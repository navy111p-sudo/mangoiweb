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망고아이 관리자 페이지 사용법. 컴퓨터 초보자용. 1번 로그인부터 6번 로그아웃까지 순서대로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관리자 페이지는 학원의 조종석입니다. 학생/강사 관리, 통계/급여, 공지/알림을 한 화면에서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흐름 6단계: 로그인, 화면 익히기, 메뉴 열기, 기능 쓰기, 저장/보내기, 로그아웃.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주소 test.mangoi.co.kr/admin 접속 후 아이디/비번 입력, 파란 로그인 버튼 클릭. 비밀번호 보안 주의.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왼쪽 메뉴 서랍과 가운데 내용 영역 두 부분. 왼쪽에서 고르면 가운데에 표시됩니다.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메뉴 9개 서랍: 평가서 통합, 알림 센터, 강사 통합, 통계/KPI, 회계/포인트, 학생/학부모, 교육/콘텐츠, 자료실, 시스템.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자주 쓰는 3기능: 공지 올리기(알림센터&gt;공지스튜디오), 통계 보기(통계KPI&gt;대시보드), 설명서 받기(자료실).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공지 보내기 4단계: 알림센터 열기, 공지스튜디오 클릭, 내용 입력, 저장/게시 버튼. 저장 전엔 반영 안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로그아웃: 오른쪽 위 이름 클릭 후 로그아웃. 팁: 홈 버튼으로 복귀, 자료실에서 설명서 재열람, 자리 비울 때 로그아웃.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6단계 복습. 잘못 눌러도 저장 전엔 반영되지 않으니 부담 없이 연습하세요.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3A2A18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754880" cy="4754880"/>
          </a:xfrm>
          <a:prstGeom prst="ellipse">
            <a:avLst/>
          </a:prstGeom>
          <a:solidFill>
            <a:srgbClr val="3A2A1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82296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8229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60120" y="1965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망고아이 학원 관리 시스템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쉽게 따라하는 사용법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960120" y="4526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D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컴퓨터를 처음 다루시는 분도 괜찮아요.  1번부터 차근차근 따라만 하세요.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60120" y="5349240"/>
            <a:ext cx="1252728" cy="475488"/>
          </a:xfrm>
          <a:prstGeom prst="roundRect">
            <a:avLst>
              <a:gd name="adj" fmla="val 50000"/>
            </a:avLst>
          </a:prstGeom>
          <a:solidFill>
            <a:srgbClr val="3A2A1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349240"/>
            <a:ext cx="1252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CE7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로그인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77440" y="5349240"/>
            <a:ext cx="1773936" cy="475488"/>
          </a:xfrm>
          <a:prstGeom prst="roundRect">
            <a:avLst>
              <a:gd name="adj" fmla="val 50000"/>
            </a:avLst>
          </a:prstGeom>
          <a:solidFill>
            <a:srgbClr val="3A2A1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5349240"/>
            <a:ext cx="17739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CE7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화면 익히기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15968" y="534924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A2A1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5968" y="53492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CE7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메뉴 열기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80760" y="534924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3A2A1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53492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CE7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기능 쓰기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845552" y="5349240"/>
            <a:ext cx="1773936" cy="475488"/>
          </a:xfrm>
          <a:prstGeom prst="roundRect">
            <a:avLst>
              <a:gd name="adj" fmla="val 50000"/>
            </a:avLst>
          </a:prstGeom>
          <a:solidFill>
            <a:srgbClr val="3A2A1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45552" y="5349240"/>
            <a:ext cx="17739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CE7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저장·보내기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84080" y="5349240"/>
            <a:ext cx="1252728" cy="475488"/>
          </a:xfrm>
          <a:prstGeom prst="roundRect">
            <a:avLst>
              <a:gd name="adj" fmla="val 50000"/>
            </a:avLst>
          </a:prstGeom>
          <a:solidFill>
            <a:srgbClr val="3A2A1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0" y="5349240"/>
            <a:ext cx="1252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CE7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나가기</a:t>
            </a:r>
            <a:endParaRPr lang="en-US" sz="1250" dirty="0"/>
          </a:p>
        </p:txBody>
      </p:sp>
      <p:pic>
        <p:nvPicPr>
          <p:cNvPr id="21" name="Image 0" descr="C:/Users/Admin/Desktop/mangoi_develop2-main/cloudflare-deploy/public/img/mango-ch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9144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658368" cy="6583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9436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566928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페이지란 무엇인가요?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4663440" cy="4297680"/>
          </a:xfrm>
          <a:prstGeom prst="roundRect">
            <a:avLst>
              <a:gd name="adj" fmla="val 2979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0116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한마디로,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학원의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‘조종석’ 입니다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05840" y="4114800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자동차 운전석에 필요한 버튼이 모두 모여 있듯,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학원을 움직이는 버튼이 이 한 화면에 다 있어요.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623560" y="1783080"/>
            <a:ext cx="589788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897880" y="2093976"/>
            <a:ext cx="658368" cy="65836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0" y="2093976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12280" y="198424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학생·강사·수업 관리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812280" y="2441448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공부했는지 한 곳에서 확인해요.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23560" y="3246120"/>
            <a:ext cx="589788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3557016"/>
            <a:ext cx="658368" cy="65836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3557016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12280" y="344728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통계·급여·정산 보기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812280" y="3904488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직접 계산할 필요 없이 버튼만 누르면 돼요.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23560" y="4709160"/>
            <a:ext cx="589788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97880" y="5020056"/>
            <a:ext cx="658368" cy="65836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5020056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12280" y="491032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공지·알림 보내기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812280" y="5367528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학부모와 학생에게 소식을 바로 전달해요.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658368" cy="65836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9436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566928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흐름 — 이 6가지만 기억하세요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81328" y="12801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순서대로만 하면 됩니다. 어렵지 않아요.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2148840"/>
            <a:ext cx="1700784" cy="3017520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97280" y="2468880"/>
            <a:ext cx="822960" cy="8229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4688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225296" y="3319272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225296" y="3319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4023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68096" y="44805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아이디·비번 입력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340864" y="31546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2523744" y="2148840"/>
            <a:ext cx="1700784" cy="3017520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62656" y="2468880"/>
            <a:ext cx="822960" cy="822960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2825496" y="24688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📺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3090672" y="3319272"/>
            <a:ext cx="566928" cy="5669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3090672" y="3319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523744" y="4023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익히기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2633472" y="44805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왼쪽=메뉴, 가운데=내용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206240" y="31546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4389120" y="2148840"/>
            <a:ext cx="1700784" cy="3017520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28032" y="2468880"/>
            <a:ext cx="822960" cy="822960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4" name="Text 22"/>
          <p:cNvSpPr/>
          <p:nvPr/>
        </p:nvSpPr>
        <p:spPr>
          <a:xfrm>
            <a:off x="4690872" y="24688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📂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4956048" y="3319272"/>
            <a:ext cx="566928" cy="5669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6" name="Text 24"/>
          <p:cNvSpPr/>
          <p:nvPr/>
        </p:nvSpPr>
        <p:spPr>
          <a:xfrm>
            <a:off x="4956048" y="3319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389120" y="4023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열기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4498848" y="44805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서랍 누르기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071616" y="31546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6254496" y="2148840"/>
            <a:ext cx="1700784" cy="3017520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693408" y="2468880"/>
            <a:ext cx="822960" cy="822960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2" name="Text 30"/>
          <p:cNvSpPr/>
          <p:nvPr/>
        </p:nvSpPr>
        <p:spPr>
          <a:xfrm>
            <a:off x="6556248" y="24688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👆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821424" y="3319272"/>
            <a:ext cx="566928" cy="5669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4" name="Text 32"/>
          <p:cNvSpPr/>
          <p:nvPr/>
        </p:nvSpPr>
        <p:spPr>
          <a:xfrm>
            <a:off x="6821424" y="3319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254496" y="4023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쓰기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6364224" y="44805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버튼 클릭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7936992" y="31546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000" dirty="0"/>
          </a:p>
        </p:txBody>
      </p:sp>
      <p:sp>
        <p:nvSpPr>
          <p:cNvPr id="38" name="Shape 36"/>
          <p:cNvSpPr/>
          <p:nvPr/>
        </p:nvSpPr>
        <p:spPr>
          <a:xfrm>
            <a:off x="8119872" y="2148840"/>
            <a:ext cx="1700784" cy="3017520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558784" y="2468880"/>
            <a:ext cx="822960" cy="822960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40" name="Text 38"/>
          <p:cNvSpPr/>
          <p:nvPr/>
        </p:nvSpPr>
        <p:spPr>
          <a:xfrm>
            <a:off x="8421624" y="24688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</a:t>
            </a:r>
            <a:endParaRPr lang="en-US" sz="2600" dirty="0"/>
          </a:p>
        </p:txBody>
      </p:sp>
      <p:sp>
        <p:nvSpPr>
          <p:cNvPr id="41" name="Shape 39"/>
          <p:cNvSpPr/>
          <p:nvPr/>
        </p:nvSpPr>
        <p:spPr>
          <a:xfrm>
            <a:off x="8686800" y="3319272"/>
            <a:ext cx="566928" cy="5669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0" y="3319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8119872" y="4023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저장·보내기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8229600" y="44805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버튼으로 저장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802368" y="31546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000" dirty="0"/>
          </a:p>
        </p:txBody>
      </p:sp>
      <p:sp>
        <p:nvSpPr>
          <p:cNvPr id="46" name="Shape 44"/>
          <p:cNvSpPr/>
          <p:nvPr/>
        </p:nvSpPr>
        <p:spPr>
          <a:xfrm>
            <a:off x="9985248" y="2148840"/>
            <a:ext cx="1700784" cy="3017520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424160" y="2468880"/>
            <a:ext cx="822960" cy="8229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8" name="Text 46"/>
          <p:cNvSpPr/>
          <p:nvPr/>
        </p:nvSpPr>
        <p:spPr>
          <a:xfrm>
            <a:off x="10287000" y="24688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🚪</a:t>
            </a:r>
            <a:endParaRPr lang="en-US" sz="2600" dirty="0"/>
          </a:p>
        </p:txBody>
      </p:sp>
      <p:sp>
        <p:nvSpPr>
          <p:cNvPr id="49" name="Shape 47"/>
          <p:cNvSpPr/>
          <p:nvPr/>
        </p:nvSpPr>
        <p:spPr>
          <a:xfrm>
            <a:off x="10552176" y="3319272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50" name="Text 48"/>
          <p:cNvSpPr/>
          <p:nvPr/>
        </p:nvSpPr>
        <p:spPr>
          <a:xfrm>
            <a:off x="10552176" y="3319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9985248" y="4023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나가기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0094976" y="448056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로그아웃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13232" cy="7132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987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08760" y="5486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(입장하기)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27048" y="1261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컴퓨터·휴대폰 인터넷 창에서 시작해요.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주소창에 입력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17320" y="2231136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주소창(맨 위 긴 칸)에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test.mangoi.co.kr/admin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입력하고 Enter.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85800" y="3200400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17320" y="31546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아이디·비밀번호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17320" y="3602736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받으신 아이디와 비밀번호를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칸에 또박또박 입력해요.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85800" y="4572000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572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417320" y="45262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파란 버튼 누르기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417320" y="4974336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파란색 [로그인] 버튼을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누르면 끝!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85800" y="5989320"/>
            <a:ext cx="5212080" cy="731520"/>
          </a:xfrm>
          <a:prstGeom prst="roundRect">
            <a:avLst>
              <a:gd name="adj" fmla="val 17500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9893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비밀번호는 남에게 알려주지 마세요. 자리 뜰 땐 꼭 로그아웃!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0" y="1600200"/>
            <a:ext cx="5257800" cy="4892040"/>
          </a:xfrm>
          <a:prstGeom prst="roundRect">
            <a:avLst>
              <a:gd name="adj" fmla="val 2991"/>
            </a:avLst>
          </a:prstGeom>
          <a:solidFill>
            <a:srgbClr val="241A10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0" dist="50800" dir="5400000">
              <a:srgbClr val="9A7A40">
                <a:alpha val="35000"/>
              </a:srgbClr>
            </a:outerShdw>
          </a:effectLst>
        </p:spPr>
      </p:sp>
      <p:pic>
        <p:nvPicPr>
          <p:cNvPr id="21" name="Image 0" descr="C:/Users/Admin/AppData/Local/Temp/claude/C--Users-Admin-Desktop-mangoi-develop2-main/5be29eee-81e9-4385-88c8-f6685e2334bc/scratchpad/login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4892040" cy="34381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583680" y="58064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0DC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로그인 화면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13232" cy="713232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987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08760" y="5486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익히기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27048" y="12618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딱 두 부분으로 나뉩니다. 이것만 알면 끝!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6583680" cy="4206240"/>
          </a:xfrm>
          <a:prstGeom prst="roundRect">
            <a:avLst>
              <a:gd name="adj" fmla="val 2174"/>
            </a:avLst>
          </a:prstGeom>
          <a:solidFill>
            <a:srgbClr val="F4F6FA"/>
          </a:solidFill>
          <a:ln w="19050">
            <a:solidFill>
              <a:srgbClr val="D8DE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11680"/>
            <a:ext cx="6583680" cy="548640"/>
          </a:xfrm>
          <a:prstGeom prst="roundRect">
            <a:avLst>
              <a:gd name="adj" fmla="val 16667"/>
            </a:avLst>
          </a:prstGeom>
          <a:solidFill>
            <a:srgbClr val="241A10"/>
          </a:solidFill>
          <a:ln/>
        </p:spPr>
      </p:sp>
      <p:sp>
        <p:nvSpPr>
          <p:cNvPr id="8" name="Shape 6"/>
          <p:cNvSpPr/>
          <p:nvPr/>
        </p:nvSpPr>
        <p:spPr>
          <a:xfrm>
            <a:off x="923544" y="2121408"/>
            <a:ext cx="329184" cy="32918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1214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44168" y="2011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망고아이 관리자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6968" y="2743200"/>
            <a:ext cx="1783080" cy="3291840"/>
          </a:xfrm>
          <a:prstGeom prst="rect">
            <a:avLst/>
          </a:prstGeom>
          <a:solidFill>
            <a:srgbClr val="FDEFD6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7180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34747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1560" y="397764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448056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498348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" y="548640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80360" y="288036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80360" y="4389120"/>
            <a:ext cx="4251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0360" y="4389120"/>
            <a:ext cx="4251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A6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 여기에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AA6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표시됩니다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635240" y="2468880"/>
            <a:ext cx="3931920" cy="1600200"/>
          </a:xfrm>
          <a:prstGeom prst="roundRect">
            <a:avLst>
              <a:gd name="adj" fmla="val 6857"/>
            </a:avLst>
          </a:prstGeom>
          <a:solidFill>
            <a:srgbClr val="FFF7E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18120" y="26060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줄무늬 = 메뉴 서랍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아래로 펼쳐집니다.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기능을 여기서 골라요.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635240" y="4297680"/>
            <a:ext cx="3931920" cy="1600200"/>
          </a:xfrm>
          <a:prstGeom prst="roundRect">
            <a:avLst>
              <a:gd name="adj" fmla="val 6857"/>
            </a:avLst>
          </a:prstGeom>
          <a:solidFill>
            <a:srgbClr val="EAF4FB"/>
          </a:solidFill>
          <a:ln w="19050">
            <a:solidFill>
              <a:srgbClr val="2E90D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18120" y="44348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넓은 곳 = 내용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기능의 실제 화면이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이곳에 나타납니다.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13232" cy="713232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987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0876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열기 — 9개의 서랍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27048" y="12618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메뉴는 아래 9개로 나뉩니다. 필요한 서랍만 눌러서 여세요.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196596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331720"/>
            <a:ext cx="658368" cy="6583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3172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55648" y="220370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평가서 통합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55648" y="267919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평가·수업 리포트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53128" y="196596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2331720"/>
            <a:ext cx="658368" cy="65836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33172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50408" y="220370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센터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550408" y="267919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공지·팝업·문자 보내기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47888" y="196596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0" y="2331720"/>
            <a:ext cx="658368" cy="65836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233172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45168" y="220370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통합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45168" y="267919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관리·급여·시간표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8368" y="352044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" y="3886200"/>
            <a:ext cx="658368" cy="65836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88620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755648" y="375818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· KPI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755648" y="423367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숫자·차트·랭킹 보기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453128" y="352044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886200"/>
            <a:ext cx="658368" cy="65836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388620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550408" y="375818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· 포인트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550408" y="423367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정산·포인트·결제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247888" y="352044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503920" y="3886200"/>
            <a:ext cx="658368" cy="65836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33" name="Text 31"/>
          <p:cNvSpPr/>
          <p:nvPr/>
        </p:nvSpPr>
        <p:spPr>
          <a:xfrm>
            <a:off x="8366760" y="388620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🎒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345168" y="375818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· 학부모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345168" y="423367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정보·상담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58368" y="507492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14400" y="5440680"/>
            <a:ext cx="658368" cy="65836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54406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755648" y="531266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콘텐츠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755648" y="578815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교재·학습 콘텐츠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453128" y="507492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5440680"/>
            <a:ext cx="658368" cy="6583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0" y="54406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5550408" y="531266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자료실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550408" y="578815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설명서·동영상 받기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247888" y="5074920"/>
            <a:ext cx="36118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503920" y="5440680"/>
            <a:ext cx="658368" cy="65836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48" name="Text 46"/>
          <p:cNvSpPr/>
          <p:nvPr/>
        </p:nvSpPr>
        <p:spPr>
          <a:xfrm>
            <a:off x="8366760" y="54406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345168" y="531266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9345168" y="578815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권한·설정·기본값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13232" cy="713232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987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0876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기능 3가지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27048" y="1261872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이 3가지만 익혀도 충분해요.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2011680"/>
            <a:ext cx="3611880" cy="4023360"/>
          </a:xfrm>
          <a:prstGeom prst="roundRect">
            <a:avLst>
              <a:gd name="adj" fmla="val 3544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61388" y="2423160"/>
            <a:ext cx="1005840" cy="1005840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8" name="Text 6"/>
          <p:cNvSpPr/>
          <p:nvPr/>
        </p:nvSpPr>
        <p:spPr>
          <a:xfrm>
            <a:off x="1824228" y="24231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6118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 올리기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978408" y="4206240"/>
            <a:ext cx="29718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060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2062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0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센터 → 공지 스튜디오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86968" y="4937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학생·학부모에게 소식을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전할 때 사용해요.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453128" y="2011680"/>
            <a:ext cx="3611880" cy="402336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56148" y="2423160"/>
            <a:ext cx="1005840" cy="1005840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5" name="Text 13"/>
          <p:cNvSpPr/>
          <p:nvPr/>
        </p:nvSpPr>
        <p:spPr>
          <a:xfrm>
            <a:off x="5618988" y="24231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453128" y="36118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보기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773168" y="4206240"/>
            <a:ext cx="29718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C5C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008" y="42062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5C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통계·KPI → 대시보드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681728" y="4937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수업·매출·출석을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그래프로 봐요.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47888" y="2011680"/>
            <a:ext cx="3611880" cy="4023360"/>
          </a:xfrm>
          <a:prstGeom prst="roundRect">
            <a:avLst>
              <a:gd name="adj" fmla="val 3544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550908" y="2423160"/>
            <a:ext cx="1005840" cy="10058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9413748" y="24231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8247888" y="36118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 받기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567928" y="4206240"/>
            <a:ext cx="29718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30768" y="42062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자료실 → 관리자 자료실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76488" y="4937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사용법 PDF·동영상을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내려받아요.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13232" cy="713232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987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087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따라하기 — 공지 하나 보내보기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27048" y="12618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쓰는 ‘공지 보내기’를 예로 4단계만 따라 해봐요.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20344" y="2286000"/>
            <a:ext cx="2286000" cy="27432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60424" y="2606040"/>
            <a:ext cx="1005840" cy="1005840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8" name="Text 6"/>
          <p:cNvSpPr/>
          <p:nvPr/>
        </p:nvSpPr>
        <p:spPr>
          <a:xfrm>
            <a:off x="1423264" y="260604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📂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1779880" y="3611880"/>
            <a:ext cx="566928" cy="5669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0" name="Text 8"/>
          <p:cNvSpPr/>
          <p:nvPr/>
        </p:nvSpPr>
        <p:spPr>
          <a:xfrm>
            <a:off x="177988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11784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왼쪽에서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‘알림 센터’ 열기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24632" y="3200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800" dirty="0"/>
          </a:p>
        </p:txBody>
      </p:sp>
      <p:sp>
        <p:nvSpPr>
          <p:cNvPr id="13" name="Shape 11"/>
          <p:cNvSpPr/>
          <p:nvPr/>
        </p:nvSpPr>
        <p:spPr>
          <a:xfrm>
            <a:off x="3608680" y="2286000"/>
            <a:ext cx="2286000" cy="27432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48760" y="2606040"/>
            <a:ext cx="1005840" cy="1005840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5" name="Text 13"/>
          <p:cNvSpPr/>
          <p:nvPr/>
        </p:nvSpPr>
        <p:spPr>
          <a:xfrm>
            <a:off x="4111600" y="260604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4468216" y="3611880"/>
            <a:ext cx="566928" cy="5669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7" name="Text 15"/>
          <p:cNvSpPr/>
          <p:nvPr/>
        </p:nvSpPr>
        <p:spPr>
          <a:xfrm>
            <a:off x="4468216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70012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‘공지 스튜디오’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12968" y="3200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6297016" y="2286000"/>
            <a:ext cx="2286000" cy="27432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37096" y="2606040"/>
            <a:ext cx="1005840" cy="1005840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2" name="Text 20"/>
          <p:cNvSpPr/>
          <p:nvPr/>
        </p:nvSpPr>
        <p:spPr>
          <a:xfrm>
            <a:off x="6799936" y="260604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7156552" y="3611880"/>
            <a:ext cx="566928" cy="5669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4" name="Text 22"/>
          <p:cNvSpPr/>
          <p:nvPr/>
        </p:nvSpPr>
        <p:spPr>
          <a:xfrm>
            <a:off x="7156552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388456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제목과 내용을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01304" y="3200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800" dirty="0"/>
          </a:p>
        </p:txBody>
      </p:sp>
      <p:sp>
        <p:nvSpPr>
          <p:cNvPr id="27" name="Shape 25"/>
          <p:cNvSpPr/>
          <p:nvPr/>
        </p:nvSpPr>
        <p:spPr>
          <a:xfrm>
            <a:off x="8985352" y="2286000"/>
            <a:ext cx="2286000" cy="27432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625432" y="2606040"/>
            <a:ext cx="1005840" cy="1005840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9" name="Text 27"/>
          <p:cNvSpPr/>
          <p:nvPr/>
        </p:nvSpPr>
        <p:spPr>
          <a:xfrm>
            <a:off x="9488272" y="260604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</a:t>
            </a:r>
            <a:endParaRPr lang="en-US" sz="3400" dirty="0"/>
          </a:p>
        </p:txBody>
      </p:sp>
      <p:sp>
        <p:nvSpPr>
          <p:cNvPr id="30" name="Shape 28"/>
          <p:cNvSpPr/>
          <p:nvPr/>
        </p:nvSpPr>
        <p:spPr>
          <a:xfrm>
            <a:off x="9844888" y="3611880"/>
            <a:ext cx="566928" cy="5669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1" name="Text 29"/>
          <p:cNvSpPr/>
          <p:nvPr/>
        </p:nvSpPr>
        <p:spPr>
          <a:xfrm>
            <a:off x="9844888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076792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[저장·게시]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누르기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14400" y="5577840"/>
            <a:ext cx="10360152" cy="1005840"/>
          </a:xfrm>
          <a:prstGeom prst="roundRect">
            <a:avLst>
              <a:gd name="adj" fmla="val 1272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188720" y="557784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안심하세요!  </a:t>
            </a:r>
            <a:pPr indent="0" marL="0">
              <a:buNone/>
            </a:pPr>
            <a:r>
              <a:rPr lang="en-US" sz="145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[저장·게시] 버튼을 누르기 전까지는 아무 일도 일어나지 않아요. 잘못 눌러도 괜찮습니다.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13232" cy="71323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987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0876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나가기 + 꿀팁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754880" cy="4206240"/>
          </a:xfrm>
          <a:prstGeom prst="roundRect">
            <a:avLst>
              <a:gd name="adj" fmla="val 3043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651760" y="2148840"/>
            <a:ext cx="1051560" cy="10515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2514600" y="2148840"/>
            <a:ext cx="1325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🚪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85800" y="3383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하는 법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143000" y="3977640"/>
            <a:ext cx="3977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오른쪽 위 내 이름(또는 사람 모양)을 누르기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[로그아웃] 을 선택하기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1B9E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끝!  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이러면 다른 사람이 못 들어와요.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06440" y="1828800"/>
            <a:ext cx="571500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53328" y="2148840"/>
            <a:ext cx="658368" cy="65836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2" name="Text 10"/>
          <p:cNvSpPr/>
          <p:nvPr/>
        </p:nvSpPr>
        <p:spPr>
          <a:xfrm>
            <a:off x="5916168" y="21488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949440" y="202996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길을 잃으면 홈으로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949440" y="248716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위 집 모양(🏠)을 누르면 첫 화면으로 돌아와요.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806440" y="3291840"/>
            <a:ext cx="571500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53328" y="3611880"/>
            <a:ext cx="658368" cy="65836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7" name="Text 15"/>
          <p:cNvSpPr/>
          <p:nvPr/>
        </p:nvSpPr>
        <p:spPr>
          <a:xfrm>
            <a:off x="5916168" y="36118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949440" y="349300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 다시 보기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49440" y="395020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자료실에서 이 사용법(PDF·동영상)을 언제든 다시 볼 수 있어요.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806440" y="4754880"/>
            <a:ext cx="571500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101600" dist="38100" dir="5400000">
              <a:srgbClr val="C9A96A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53328" y="5074920"/>
            <a:ext cx="658368" cy="65836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2" name="Text 20"/>
          <p:cNvSpPr/>
          <p:nvPr/>
        </p:nvSpPr>
        <p:spPr>
          <a:xfrm>
            <a:off x="5916168" y="507492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495604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 뜰 땐 로그아웃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49440" y="541324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잠깐이라도 컴퓨터를 떠날 땐 꼭 로그아웃 하세요.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rgbClr val="3A2A18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3A2A18"/>
          </a:solidFill>
          <a:ln/>
        </p:spPr>
      </p:sp>
      <p:pic>
        <p:nvPicPr>
          <p:cNvPr id="4" name="Image 0" descr="C:/Users/Admin/Desktop/mangoi_develop2-main/cloudflare-deploy/public/img/mango-ch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777240"/>
            <a:ext cx="2011680" cy="2011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92608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준비 끝!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914400" y="3886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AD9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하나씩 눌러보며 익히면 금방 익숙해집니다.</a:t>
            </a:r>
            <a:endParaRPr lang="en-US" sz="1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AD9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어렵게 생각하지 마세요 — 잘못 눌러도 저장 전엔 아무 일도 없어요.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154784" y="5257800"/>
            <a:ext cx="129844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2154784" y="5257800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로그인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617824" y="5257800"/>
            <a:ext cx="111556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3617824" y="525780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화면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897984" y="5257800"/>
            <a:ext cx="111556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4897984" y="525780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메뉴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178144" y="5257800"/>
            <a:ext cx="111556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6178144" y="525780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기능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458304" y="5257800"/>
            <a:ext cx="111556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7458304" y="525780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저장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8738464" y="5257800"/>
            <a:ext cx="129844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8738464" y="5257800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나가기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914400" y="61722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9A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망고아이 관리자 페이지 · 쉬운 사용법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관리자 페이지 쉬운 사용법</dc:title>
  <dc:subject>PptxGenJS Presentation</dc:subject>
  <dc:creator>MangoAI</dc:creator>
  <cp:lastModifiedBy>MangoAI</cp:lastModifiedBy>
  <cp:revision>1</cp:revision>
  <dcterms:created xsi:type="dcterms:W3CDTF">2026-07-13T08:40:03Z</dcterms:created>
  <dcterms:modified xsi:type="dcterms:W3CDTF">2026-07-13T08:40:03Z</dcterms:modified>
</cp:coreProperties>
</file>