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관리자 페이지 쉬운 사용법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