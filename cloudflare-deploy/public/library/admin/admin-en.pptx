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7" name="Table 6"/>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9" name="Rounded Rectangle 8"/>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1" name="Rounded Rectangle 10"/>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3" name="Rounded Rectangle 12"/>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5" name="Rounded Rectangle 14"/>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7" name="Rounded Rectangle 16"/>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19" name="Rounded Rectangle 18"/>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7" name="Rounded Rectangle 6"/>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3" name="Rounded Rectangle 12"/>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6" name="Rounded Rectangle 15"/>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19" name="Rounded Rectangle 18"/>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2" name="Rounded Rectangle 21"/>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29" name="Rounded Rectangle 28"/>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