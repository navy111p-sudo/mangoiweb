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0"/>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7" name="Table 6"/>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9" name="Rounded Rectangle 8"/>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1" name="Rounded Rectangle 10"/>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3" name="Rounded Rectangle 12"/>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5" name="Rounded Rectangle 14"/>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7" name="Rounded Rectangle 16"/>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19" name="Rounded Rectangle 18"/>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7" name="Rounded Rectangle 6"/>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3" name="Rounded Rectangle 12"/>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6" name="Rounded Rectangle 15"/>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19" name="Rounded Rectangle 18"/>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2" name="Rounded Rectangle 21"/>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29" name="Rounded Rectangle 28"/>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
        <p:nvSpPr>
          <p:cNvPr id="6" name="Rounded Rectangle 5"/>
          <p:cNvSpPr/>
          <p:nvPr/>
        </p:nvSpPr>
        <p:spPr>
          <a:xfrm>
            <a:off x="365760" y="795528"/>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   </a:t>
            </a:r>
            <a:r>
              <a:rPr sz="1100">
                <a:solidFill>
                  <a:srgbClr val="334155"/>
                </a:solidFill>
                <a:latin typeface="Malgun Gothic"/>
              </a:rPr>
              <a:t>Introduction</a:t>
            </a:r>
            <a:r>
              <a:rPr sz="950">
                <a:solidFill>
                  <a:srgbClr val="94A3B8"/>
                </a:solidFill>
                <a:latin typeface="Malgun Gothic"/>
              </a:rPr>
              <a:t>   ·  p.3</a:t>
            </a:r>
          </a:p>
          <a:p>
            <a:pPr>
              <a:spcAft>
                <a:spcPts val="1080"/>
              </a:spcAft>
            </a:pPr>
            <a:r>
              <a:rPr sz="1100" b="1">
                <a:solidFill>
                  <a:srgbClr val="4F46E5"/>
                </a:solidFill>
                <a:latin typeface="Malgun Gothic"/>
              </a:rPr>
              <a:t>01  </a:t>
            </a:r>
            <a:r>
              <a:rPr sz="1100">
                <a:solidFill>
                  <a:srgbClr val="334155"/>
                </a:solidFill>
                <a:latin typeface="Malgun Gothic"/>
              </a:rPr>
              <a:t>🔐 Admin Login &amp; Permissions</a:t>
            </a:r>
            <a:r>
              <a:rPr sz="950">
                <a:solidFill>
                  <a:srgbClr val="94A3B8"/>
                </a:solidFill>
                <a:latin typeface="Malgun Gothic"/>
              </a:rPr>
              <a:t>   ·  p.4</a:t>
            </a:r>
          </a:p>
          <a:p>
            <a:pPr>
              <a:spcAft>
                <a:spcPts val="1080"/>
              </a:spcAft>
            </a:pPr>
            <a:r>
              <a:rPr sz="1100" b="1">
                <a:solidFill>
                  <a:srgbClr val="4F46E5"/>
                </a:solidFill>
                <a:latin typeface="Malgun Gothic"/>
              </a:rPr>
              <a:t>02  </a:t>
            </a:r>
            <a:r>
              <a:rPr sz="1100">
                <a:solidFill>
                  <a:srgbClr val="334155"/>
                </a:solidFill>
                <a:latin typeface="Malgun Gothic"/>
              </a:rPr>
              <a:t>🏠 Dashboard &amp; Feature Search</a:t>
            </a:r>
            <a:r>
              <a:rPr sz="950">
                <a:solidFill>
                  <a:srgbClr val="94A3B8"/>
                </a:solidFill>
                <a:latin typeface="Malgun Gothic"/>
              </a:rPr>
              <a:t>   ·  p.5</a:t>
            </a:r>
          </a:p>
          <a:p>
            <a:pPr>
              <a:spcAft>
                <a:spcPts val="1080"/>
              </a:spcAft>
            </a:pPr>
            <a:r>
              <a:rPr sz="1100" b="1">
                <a:solidFill>
                  <a:srgbClr val="4F46E5"/>
                </a:solidFill>
                <a:latin typeface="Malgun Gothic"/>
              </a:rPr>
              <a:t>03  </a:t>
            </a:r>
            <a:r>
              <a:rPr sz="1100">
                <a:solidFill>
                  <a:srgbClr val="334155"/>
                </a:solidFill>
                <a:latin typeface="Malgun Gothic"/>
              </a:rPr>
              <a:t>🤖 AI Operations Assistant</a:t>
            </a:r>
            <a:r>
              <a:rPr sz="950">
                <a:solidFill>
                  <a:srgbClr val="94A3B8"/>
                </a:solidFill>
                <a:latin typeface="Malgun Gothic"/>
              </a:rPr>
              <a:t>   ·  p.6</a:t>
            </a:r>
          </a:p>
          <a:p>
            <a:pPr>
              <a:spcAft>
                <a:spcPts val="1080"/>
              </a:spcAft>
            </a:pPr>
            <a:r>
              <a:rPr sz="1100" b="1">
                <a:solidFill>
                  <a:srgbClr val="4F46E5"/>
                </a:solidFill>
                <a:latin typeface="Malgun Gothic"/>
              </a:rPr>
              <a:t>04  </a:t>
            </a:r>
            <a:r>
              <a:rPr sz="1100">
                <a:solidFill>
                  <a:srgbClr val="334155"/>
                </a:solidFill>
                <a:latin typeface="Malgun Gothic"/>
              </a:rPr>
              <a:t>🎥 Understand Lesson Entry</a:t>
            </a:r>
            <a:r>
              <a:rPr sz="950">
                <a:solidFill>
                  <a:srgbClr val="94A3B8"/>
                </a:solidFill>
                <a:latin typeface="Malgun Gothic"/>
              </a:rPr>
              <a:t>   ·  p.7</a:t>
            </a:r>
          </a:p>
          <a:p>
            <a:pPr>
              <a:spcAft>
                <a:spcPts val="1080"/>
              </a:spcAft>
            </a:pPr>
            <a:r>
              <a:rPr sz="1100" b="1">
                <a:solidFill>
                  <a:srgbClr val="4F46E5"/>
                </a:solidFill>
                <a:latin typeface="Malgun Gothic"/>
              </a:rPr>
              <a:t>05  </a:t>
            </a:r>
            <a:r>
              <a:rPr sz="1100">
                <a:solidFill>
                  <a:srgbClr val="334155"/>
                </a:solidFill>
                <a:latin typeface="Malgun Gothic"/>
              </a:rPr>
              <a:t>🖥️ Understand the Classroom …</a:t>
            </a:r>
            <a:r>
              <a:rPr sz="950">
                <a:solidFill>
                  <a:srgbClr val="94A3B8"/>
                </a:solidFill>
                <a:latin typeface="Malgun Gothic"/>
              </a:rPr>
              <a:t>   ·  p.8</a:t>
            </a:r>
          </a:p>
          <a:p>
            <a:pPr>
              <a:spcAft>
                <a:spcPts val="1080"/>
              </a:spcAft>
            </a:pPr>
            <a:r>
              <a:rPr sz="1100" b="1">
                <a:solidFill>
                  <a:srgbClr val="4F46E5"/>
                </a:solidFill>
                <a:latin typeface="Malgun Gothic"/>
              </a:rPr>
              <a:t>06  </a:t>
            </a:r>
            <a:r>
              <a:rPr sz="1100">
                <a:solidFill>
                  <a:srgbClr val="334155"/>
                </a:solidFill>
                <a:latin typeface="Malgun Gothic"/>
              </a:rPr>
              <a:t>🧰 Understand the Classroom T…</a:t>
            </a:r>
            <a:r>
              <a:rPr sz="950">
                <a:solidFill>
                  <a:srgbClr val="94A3B8"/>
                </a:solidFill>
                <a:latin typeface="Malgun Gothic"/>
              </a:rPr>
              <a:t>   ·  p.9</a:t>
            </a:r>
          </a:p>
          <a:p>
            <a:pPr>
              <a:spcAft>
                <a:spcPts val="1080"/>
              </a:spcAft>
            </a:pPr>
            <a:r>
              <a:rPr sz="1100" b="1">
                <a:solidFill>
                  <a:srgbClr val="4F46E5"/>
                </a:solidFill>
                <a:latin typeface="Malgun Gothic"/>
              </a:rPr>
              <a:t>07  </a:t>
            </a:r>
            <a:r>
              <a:rPr sz="1100">
                <a:solidFill>
                  <a:srgbClr val="334155"/>
                </a:solidFill>
                <a:latin typeface="Malgun Gothic"/>
              </a:rPr>
              <a:t>🌟 In-class Praise Points (gi…</a:t>
            </a:r>
            <a:r>
              <a:rPr sz="950">
                <a:solidFill>
                  <a:srgbClr val="94A3B8"/>
                </a:solidFill>
                <a:latin typeface="Malgun Gothic"/>
              </a:rPr>
              <a:t>   ·  p.10</a:t>
            </a:r>
          </a:p>
          <a:p>
            <a:pPr>
              <a:spcAft>
                <a:spcPts val="1080"/>
              </a:spcAft>
            </a:pPr>
            <a:r>
              <a:rPr sz="1100" b="1">
                <a:solidFill>
                  <a:srgbClr val="4F46E5"/>
                </a:solidFill>
                <a:latin typeface="Malgun Gothic"/>
              </a:rPr>
              <a:t>08  </a:t>
            </a:r>
            <a:r>
              <a:rPr sz="1100">
                <a:solidFill>
                  <a:srgbClr val="334155"/>
                </a:solidFill>
                <a:latin typeface="Malgun Gothic"/>
              </a:rPr>
              <a:t>👩‍🏫 Teacher Management</a:t>
            </a:r>
            <a:r>
              <a:rPr sz="950">
                <a:solidFill>
                  <a:srgbClr val="94A3B8"/>
                </a:solidFill>
                <a:latin typeface="Malgun Gothic"/>
              </a:rPr>
              <a:t>   ·  p.11</a:t>
            </a:r>
          </a:p>
          <a:p>
            <a:pPr>
              <a:spcAft>
                <a:spcPts val="1080"/>
              </a:spcAft>
            </a:pPr>
            <a:r>
              <a:rPr sz="1100" b="1">
                <a:solidFill>
                  <a:srgbClr val="4F46E5"/>
                </a:solidFill>
                <a:latin typeface="Malgun Gothic"/>
              </a:rPr>
              <a:t>09  </a:t>
            </a:r>
            <a:r>
              <a:rPr sz="1100">
                <a:solidFill>
                  <a:srgbClr val="334155"/>
                </a:solidFill>
                <a:latin typeface="Malgun Gothic"/>
              </a:rPr>
              <a:t>💳 Accounting · Points</a:t>
            </a:r>
            <a:r>
              <a:rPr sz="950">
                <a:solidFill>
                  <a:srgbClr val="94A3B8"/>
                </a:solidFill>
                <a:latin typeface="Malgun Gothic"/>
              </a:rPr>
              <a:t>   ·  p.12</a:t>
            </a:r>
          </a:p>
          <a:p>
            <a:pPr>
              <a:spcAft>
                <a:spcPts val="1080"/>
              </a:spcAft>
            </a:pPr>
            <a:r>
              <a:rPr sz="1100" b="1">
                <a:solidFill>
                  <a:srgbClr val="4F46E5"/>
                </a:solidFill>
                <a:latin typeface="Malgun Gothic"/>
              </a:rPr>
              <a:t>10  </a:t>
            </a:r>
            <a:r>
              <a:rPr sz="1100">
                <a:solidFill>
                  <a:srgbClr val="334155"/>
                </a:solidFill>
                <a:latin typeface="Malgun Gothic"/>
              </a:rPr>
              <a:t>🎁 Points &amp; Reward Policy</a:t>
            </a:r>
            <a:r>
              <a:rPr sz="950">
                <a:solidFill>
                  <a:srgbClr val="94A3B8"/>
                </a:solidFill>
                <a:latin typeface="Malgun Gothic"/>
              </a:rPr>
              <a:t>   ·  p.13</a:t>
            </a:r>
          </a:p>
          <a:p>
            <a:pPr>
              <a:spcAft>
                <a:spcPts val="1080"/>
              </a:spcAft>
            </a:pPr>
            <a:r>
              <a:rPr sz="1100" b="1">
                <a:solidFill>
                  <a:srgbClr val="4F46E5"/>
                </a:solidFill>
                <a:latin typeface="Malgun Gothic"/>
              </a:rPr>
              <a:t>11  </a:t>
            </a:r>
            <a:r>
              <a:rPr sz="1100">
                <a:solidFill>
                  <a:srgbClr val="334155"/>
                </a:solidFill>
                <a:latin typeface="Malgun Gothic"/>
              </a:rPr>
              <a:t>↩️ Refund Policy &amp; Processing</a:t>
            </a:r>
            <a:r>
              <a:rPr sz="950">
                <a:solidFill>
                  <a:srgbClr val="94A3B8"/>
                </a:solidFill>
                <a:latin typeface="Malgun Gothic"/>
              </a:rPr>
              <a:t>   ·  p.14</a:t>
            </a:r>
          </a:p>
          <a:p>
            <a:pPr>
              <a:spcAft>
                <a:spcPts val="1080"/>
              </a:spcAft>
            </a:pPr>
            <a:r>
              <a:rPr sz="1100" b="1">
                <a:solidFill>
                  <a:srgbClr val="4F46E5"/>
                </a:solidFill>
                <a:latin typeface="Malgun Gothic"/>
              </a:rPr>
              <a:t>12  </a:t>
            </a:r>
            <a:r>
              <a:rPr sz="1100">
                <a:solidFill>
                  <a:srgbClr val="334155"/>
                </a:solidFill>
                <a:latin typeface="Malgun Gothic"/>
              </a:rPr>
              <a:t>🧑‍🎓 Student · Parent Managem…</a:t>
            </a:r>
            <a:r>
              <a:rPr sz="950">
                <a:solidFill>
                  <a:srgbClr val="94A3B8"/>
                </a:solidFill>
                <a:latin typeface="Malgun Gothic"/>
              </a:rPr>
              <a:t>   ·  p.15</a:t>
            </a:r>
          </a:p>
          <a:p>
            <a:pPr>
              <a:spcAft>
                <a:spcPts val="1080"/>
              </a:spcAft>
            </a:pPr>
            <a:r>
              <a:rPr sz="1100" b="1">
                <a:solidFill>
                  <a:srgbClr val="4F46E5"/>
                </a:solidFill>
                <a:latin typeface="Malgun Gothic"/>
              </a:rPr>
              <a:t>13  </a:t>
            </a:r>
            <a:r>
              <a:rPr sz="1100">
                <a:solidFill>
                  <a:srgbClr val="334155"/>
                </a:solidFill>
                <a:latin typeface="Malgun Gothic"/>
              </a:rPr>
              <a:t>👨‍👩‍👧 Parent My-Page</a:t>
            </a:r>
            <a:r>
              <a:rPr sz="950">
                <a:solidFill>
                  <a:srgbClr val="94A3B8"/>
                </a:solidFill>
                <a:latin typeface="Malgun Gothic"/>
              </a:rPr>
              <a:t>   ·  p.16</a:t>
            </a:r>
          </a:p>
          <a:p>
            <a:pPr>
              <a:spcAft>
                <a:spcPts val="1080"/>
              </a:spcAft>
            </a:pPr>
            <a:r>
              <a:rPr sz="1100" b="1">
                <a:solidFill>
                  <a:srgbClr val="4F46E5"/>
                </a:solidFill>
                <a:latin typeface="Malgun Gothic"/>
              </a:rPr>
              <a:t>14  </a:t>
            </a:r>
            <a:r>
              <a:rPr sz="1100">
                <a:solidFill>
                  <a:srgbClr val="334155"/>
                </a:solidFill>
                <a:latin typeface="Malgun Gothic"/>
              </a:rPr>
              <a:t>📅 Booking Management</a:t>
            </a:r>
            <a:r>
              <a:rPr sz="950">
                <a:solidFill>
                  <a:srgbClr val="94A3B8"/>
                </a:solidFill>
                <a:latin typeface="Malgun Gothic"/>
              </a:rPr>
              <a:t>   ·  p.17</a:t>
            </a:r>
          </a:p>
          <a:p>
            <a:pPr>
              <a:spcAft>
                <a:spcPts val="1080"/>
              </a:spcAft>
            </a:pPr>
            <a:r>
              <a:rPr sz="1100" b="1">
                <a:solidFill>
                  <a:srgbClr val="4F46E5"/>
                </a:solidFill>
                <a:latin typeface="Malgun Gothic"/>
              </a:rPr>
              <a:t>15  </a:t>
            </a:r>
            <a:r>
              <a:rPr sz="1100">
                <a:solidFill>
                  <a:srgbClr val="334155"/>
                </a:solidFill>
                <a:latin typeface="Malgun Gothic"/>
              </a:rPr>
              <a:t>🔄 Postpone Management</a:t>
            </a:r>
            <a:r>
              <a:rPr sz="950">
                <a:solidFill>
                  <a:srgbClr val="94A3B8"/>
                </a:solidFill>
                <a:latin typeface="Malgun Gothic"/>
              </a:rPr>
              <a:t>   ·  p.18</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16  </a:t>
            </a:r>
            <a:r>
              <a:rPr sz="1100">
                <a:solidFill>
                  <a:srgbClr val="334155"/>
                </a:solidFill>
                <a:latin typeface="Malgun Gothic"/>
              </a:rPr>
              <a:t>📚 Content · Curriculum</a:t>
            </a:r>
            <a:r>
              <a:rPr sz="950">
                <a:solidFill>
                  <a:srgbClr val="94A3B8"/>
                </a:solidFill>
                <a:latin typeface="Malgun Gothic"/>
              </a:rPr>
              <a:t>   ·  p.19</a:t>
            </a:r>
          </a:p>
          <a:p>
            <a:pPr>
              <a:spcAft>
                <a:spcPts val="1080"/>
              </a:spcAft>
            </a:pPr>
            <a:r>
              <a:rPr sz="1100" b="1">
                <a:solidFill>
                  <a:srgbClr val="4F46E5"/>
                </a:solidFill>
                <a:latin typeface="Malgun Gothic"/>
              </a:rPr>
              <a:t>17  </a:t>
            </a:r>
            <a:r>
              <a:rPr sz="1100">
                <a:solidFill>
                  <a:srgbClr val="334155"/>
                </a:solidFill>
                <a:latin typeface="Malgun Gothic"/>
              </a:rPr>
              <a:t>🧲 Retention Center</a:t>
            </a:r>
            <a:r>
              <a:rPr sz="950">
                <a:solidFill>
                  <a:srgbClr val="94A3B8"/>
                </a:solidFill>
                <a:latin typeface="Malgun Gothic"/>
              </a:rPr>
              <a:t>   ·  p.20</a:t>
            </a:r>
          </a:p>
          <a:p>
            <a:pPr>
              <a:spcAft>
                <a:spcPts val="1080"/>
              </a:spcAft>
            </a:pPr>
            <a:r>
              <a:rPr sz="1100" b="1">
                <a:solidFill>
                  <a:srgbClr val="4F46E5"/>
                </a:solidFill>
                <a:latin typeface="Malgun Gothic"/>
              </a:rPr>
              <a:t>18  </a:t>
            </a:r>
            <a:r>
              <a:rPr sz="1100">
                <a:solidFill>
                  <a:srgbClr val="334155"/>
                </a:solidFill>
                <a:latin typeface="Malgun Gothic"/>
              </a:rPr>
              <a:t>🌳 Org Settlement · Monthly R…</a:t>
            </a:r>
            <a:r>
              <a:rPr sz="950">
                <a:solidFill>
                  <a:srgbClr val="94A3B8"/>
                </a:solidFill>
                <a:latin typeface="Malgun Gothic"/>
              </a:rPr>
              <a:t>   ·  p.21</a:t>
            </a:r>
          </a:p>
          <a:p>
            <a:pPr>
              <a:spcAft>
                <a:spcPts val="1080"/>
              </a:spcAft>
            </a:pPr>
            <a:r>
              <a:rPr sz="1100" b="1">
                <a:solidFill>
                  <a:srgbClr val="4F46E5"/>
                </a:solidFill>
                <a:latin typeface="Malgun Gothic"/>
              </a:rPr>
              <a:t>19  </a:t>
            </a:r>
            <a:r>
              <a:rPr sz="1100">
                <a:solidFill>
                  <a:srgbClr val="334155"/>
                </a:solidFill>
                <a:latin typeface="Malgun Gothic"/>
              </a:rPr>
              <a:t>🎧 Support · FAQ Operations</a:t>
            </a:r>
            <a:r>
              <a:rPr sz="950">
                <a:solidFill>
                  <a:srgbClr val="94A3B8"/>
                </a:solidFill>
                <a:latin typeface="Malgun Gothic"/>
              </a:rPr>
              <a:t>   ·  p.22</a:t>
            </a:r>
          </a:p>
          <a:p>
            <a:pPr>
              <a:spcAft>
                <a:spcPts val="1080"/>
              </a:spcAft>
            </a:pPr>
            <a:r>
              <a:rPr sz="1100" b="1">
                <a:solidFill>
                  <a:srgbClr val="4F46E5"/>
                </a:solidFill>
                <a:latin typeface="Malgun Gothic"/>
              </a:rPr>
              <a:t>20  </a:t>
            </a:r>
            <a:r>
              <a:rPr sz="1100">
                <a:solidFill>
                  <a:srgbClr val="334155"/>
                </a:solidFill>
                <a:latin typeface="Malgun Gothic"/>
              </a:rPr>
              <a:t>🕐 Korea·Philippines Dual Clo…</a:t>
            </a:r>
            <a:r>
              <a:rPr sz="950">
                <a:solidFill>
                  <a:srgbClr val="94A3B8"/>
                </a:solidFill>
                <a:latin typeface="Malgun Gothic"/>
              </a:rPr>
              <a:t>   ·  p.23</a:t>
            </a:r>
          </a:p>
          <a:p>
            <a:pPr>
              <a:spcAft>
                <a:spcPts val="1080"/>
              </a:spcAft>
            </a:pPr>
            <a:r>
              <a:rPr sz="1100" b="1">
                <a:solidFill>
                  <a:srgbClr val="4F46E5"/>
                </a:solidFill>
                <a:latin typeface="Malgun Gothic"/>
              </a:rPr>
              <a:t>21  </a:t>
            </a:r>
            <a:r>
              <a:rPr sz="1100">
                <a:solidFill>
                  <a:srgbClr val="334155"/>
                </a:solidFill>
                <a:latin typeface="Malgun Gothic"/>
              </a:rPr>
              <a:t>🇨🇳 Chinese Pronunciation Coa…</a:t>
            </a:r>
            <a:r>
              <a:rPr sz="950">
                <a:solidFill>
                  <a:srgbClr val="94A3B8"/>
                </a:solidFill>
                <a:latin typeface="Malgun Gothic"/>
              </a:rPr>
              <a:t>   ·  p.24</a:t>
            </a:r>
          </a:p>
          <a:p>
            <a:pPr>
              <a:spcAft>
                <a:spcPts val="1080"/>
              </a:spcAft>
            </a:pPr>
            <a:r>
              <a:rPr sz="1100" b="1">
                <a:solidFill>
                  <a:srgbClr val="4F46E5"/>
                </a:solidFill>
                <a:latin typeface="Malgun Gothic"/>
              </a:rPr>
              <a:t>22  </a:t>
            </a:r>
            <a:r>
              <a:rPr sz="1100">
                <a:solidFill>
                  <a:srgbClr val="334155"/>
                </a:solidFill>
                <a:latin typeface="Malgun Gothic"/>
              </a:rPr>
              <a:t>📢 Notice Studio (Poster + Po…</a:t>
            </a:r>
            <a:r>
              <a:rPr sz="950">
                <a:solidFill>
                  <a:srgbClr val="94A3B8"/>
                </a:solidFill>
                <a:latin typeface="Malgun Gothic"/>
              </a:rPr>
              <a:t>   ·  p.25</a:t>
            </a:r>
          </a:p>
          <a:p>
            <a:pPr>
              <a:spcAft>
                <a:spcPts val="1080"/>
              </a:spcAft>
            </a:pPr>
            <a:r>
              <a:rPr sz="1100" b="1">
                <a:solidFill>
                  <a:srgbClr val="4F46E5"/>
                </a:solidFill>
                <a:latin typeface="Malgun Gothic"/>
              </a:rPr>
              <a:t>23  </a:t>
            </a:r>
            <a:r>
              <a:rPr sz="1100">
                <a:solidFill>
                  <a:srgbClr val="334155"/>
                </a:solidFill>
                <a:latin typeface="Malgun Gothic"/>
              </a:rPr>
              <a:t>🤖 Command the AI Operations …</a:t>
            </a:r>
            <a:r>
              <a:rPr sz="950">
                <a:solidFill>
                  <a:srgbClr val="94A3B8"/>
                </a:solidFill>
                <a:latin typeface="Malgun Gothic"/>
              </a:rPr>
              <a:t>   ·  p.26</a:t>
            </a:r>
          </a:p>
          <a:p>
            <a:pPr>
              <a:spcAft>
                <a:spcPts val="1080"/>
              </a:spcAft>
            </a:pPr>
            <a:r>
              <a:rPr sz="1100" b="1">
                <a:solidFill>
                  <a:srgbClr val="4F46E5"/>
                </a:solidFill>
                <a:latin typeface="Malgun Gothic"/>
              </a:rPr>
              <a:t>24  </a:t>
            </a:r>
            <a:r>
              <a:rPr sz="1100">
                <a:solidFill>
                  <a:srgbClr val="334155"/>
                </a:solidFill>
                <a:latin typeface="Malgun Gothic"/>
              </a:rPr>
              <a:t>📔 Student Voice-Diary Monitor</a:t>
            </a:r>
            <a:r>
              <a:rPr sz="950">
                <a:solidFill>
                  <a:srgbClr val="94A3B8"/>
                </a:solidFill>
                <a:latin typeface="Malgun Gothic"/>
              </a:rPr>
              <a:t>   ·  p.27</a:t>
            </a:r>
          </a:p>
          <a:p>
            <a:pPr>
              <a:spcAft>
                <a:spcPts val="1080"/>
              </a:spcAft>
            </a:pPr>
            <a:r>
              <a:rPr sz="1100" b="1">
                <a:solidFill>
                  <a:srgbClr val="4F46E5"/>
                </a:solidFill>
                <a:latin typeface="Malgun Gothic"/>
              </a:rPr>
              <a:t>25  </a:t>
            </a:r>
            <a:r>
              <a:rPr sz="1100">
                <a:solidFill>
                  <a:srgbClr val="334155"/>
                </a:solidFill>
                <a:latin typeface="Malgun Gothic"/>
              </a:rPr>
              <a:t>🤖 Teacher AI-Coaching Review…</a:t>
            </a:r>
            <a:r>
              <a:rPr sz="950">
                <a:solidFill>
                  <a:srgbClr val="94A3B8"/>
                </a:solidFill>
                <a:latin typeface="Malgun Gothic"/>
              </a:rPr>
              <a:t>   ·  p.28</a:t>
            </a:r>
          </a:p>
          <a:p>
            <a:pPr>
              <a:spcAft>
                <a:spcPts val="1080"/>
              </a:spcAft>
            </a:pPr>
            <a:r>
              <a:rPr sz="1100" b="1">
                <a:solidFill>
                  <a:srgbClr val="4F46E5"/>
                </a:solidFill>
                <a:latin typeface="Malgun Gothic"/>
              </a:rPr>
              <a:t>26  </a:t>
            </a:r>
            <a:r>
              <a:rPr sz="1100">
                <a:solidFill>
                  <a:srgbClr val="334155"/>
                </a:solidFill>
                <a:latin typeface="Malgun Gothic"/>
              </a:rPr>
              <a:t>Admin Feature Categories</a:t>
            </a:r>
            <a:r>
              <a:rPr sz="950">
                <a:solidFill>
                  <a:srgbClr val="94A3B8"/>
                </a:solidFill>
                <a:latin typeface="Malgun Gothic"/>
              </a:rPr>
              <a:t>   ·  p.29</a:t>
            </a:r>
          </a:p>
          <a:p>
            <a:pPr>
              <a:spcAft>
                <a:spcPts val="1080"/>
              </a:spcAft>
            </a:pPr>
            <a:r>
              <a:rPr sz="1100" b="1">
                <a:solidFill>
                  <a:srgbClr val="4F46E5"/>
                </a:solidFill>
                <a:latin typeface="Malgun Gothic"/>
              </a:rPr>
              <a:t>27  </a:t>
            </a:r>
            <a:r>
              <a:rPr sz="1100">
                <a:solidFill>
                  <a:srgbClr val="334155"/>
                </a:solidFill>
                <a:latin typeface="Malgun Gothic"/>
              </a:rPr>
              <a:t>Data at a Glance</a:t>
            </a:r>
            <a:r>
              <a:rPr sz="950">
                <a:solidFill>
                  <a:srgbClr val="94A3B8"/>
                </a:solidFill>
                <a:latin typeface="Malgun Gothic"/>
              </a:rPr>
              <a:t>   ·  p.30</a:t>
            </a:r>
          </a:p>
          <a:p>
            <a:pPr>
              <a:spcAft>
                <a:spcPts val="1080"/>
              </a:spcAft>
            </a:pPr>
            <a:r>
              <a:rPr sz="1100" b="1">
                <a:solidFill>
                  <a:srgbClr val="4F46E5"/>
                </a:solidFill>
                <a:latin typeface="Malgun Gothic"/>
              </a:rPr>
              <a:t>28  </a:t>
            </a:r>
            <a:r>
              <a:rPr sz="1100">
                <a:solidFill>
                  <a:srgbClr val="334155"/>
                </a:solidFill>
                <a:latin typeface="Malgun Gothic"/>
              </a:rPr>
              <a:t>Frequently Asked Questions (…</a:t>
            </a:r>
            <a:r>
              <a:rPr sz="950">
                <a:solidFill>
                  <a:srgbClr val="94A3B8"/>
                </a:solidFill>
                <a:latin typeface="Malgun Gothic"/>
              </a:rPr>
              <a:t>   ·  p.31</a:t>
            </a:r>
          </a:p>
          <a:p>
            <a:pPr>
              <a:spcAft>
                <a:spcPts val="1080"/>
              </a:spcAft>
            </a:pPr>
            <a:r>
              <a:rPr sz="1100" b="1">
                <a:solidFill>
                  <a:srgbClr val="4F46E5"/>
                </a:solidFill>
                <a:latin typeface="Malgun Gothic"/>
              </a:rPr>
              <a:t>29  </a:t>
            </a:r>
            <a:r>
              <a:rPr sz="1100">
                <a:solidFill>
                  <a:srgbClr val="334155"/>
                </a:solidFill>
                <a:latin typeface="Malgun Gothic"/>
              </a:rPr>
              <a:t>Daily Operations Checklist</a:t>
            </a:r>
            <a:r>
              <a:rPr sz="950">
                <a:solidFill>
                  <a:srgbClr val="94A3B8"/>
                </a:solidFill>
                <a:latin typeface="Malgun Gothic"/>
              </a:rPr>
              <a:t>   ·  p.32</a:t>
            </a:r>
          </a:p>
          <a:p>
            <a:pPr>
              <a:spcAft>
                <a:spcPts val="1080"/>
              </a:spcAft>
            </a:pPr>
            <a:r>
              <a:rPr sz="1100" b="1">
                <a:solidFill>
                  <a:srgbClr val="4F46E5"/>
                </a:solidFill>
                <a:latin typeface="Malgun Gothic"/>
              </a:rPr>
              <a:t>30  </a:t>
            </a:r>
            <a:r>
              <a:rPr sz="1100">
                <a:solidFill>
                  <a:srgbClr val="334155"/>
                </a:solidFill>
                <a:latin typeface="Malgun Gothic"/>
              </a:rPr>
              <a:t>Conclusion · A Practical Gui…</a:t>
            </a:r>
            <a:r>
              <a:rPr sz="950">
                <a:solidFill>
                  <a:srgbClr val="94A3B8"/>
                </a:solidFill>
                <a:latin typeface="Malgun Gothic"/>
              </a:rPr>
              <a:t>   ·  p.33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