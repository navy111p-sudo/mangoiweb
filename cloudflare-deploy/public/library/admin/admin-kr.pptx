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cat>
            <c:strRef>
              <c:f>Sheet1!$A$2:$A$4</c:f>
              <c:strCache>
                <c:ptCount val="3"/>
                <c:pt idx="0">
                  <c:v>오늘 매출(만원)</c:v>
                </c:pt>
                <c:pt idx="1">
                  <c:v>재원생(명)</c:v>
                </c:pt>
                <c:pt idx="2">
                  <c:v>출석률(%)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312</c:v>
                </c:pt>
                <c:pt idx="2">
                  <c:v>94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강사</c:v>
                </c:pt>
                <c:pt idx="1">
                  <c:v>회계</c:v>
                </c:pt>
                <c:pt idx="2">
                  <c:v>학생</c:v>
                </c:pt>
                <c:pt idx="3">
                  <c:v>콘텐츠</c:v>
                </c:pt>
                <c:pt idx="4">
                  <c:v>시스템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</c:v>
                </c:pt>
                <c:pt idx="1">
                  <c:v>8</c:v>
                </c:pt>
                <c:pt idx="2">
                  <c:v>14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안전</c:v>
                </c:pt>
                <c:pt idx="1">
                  <c:v>주의</c:v>
                </c:pt>
                <c:pt idx="2">
                  <c:v>위험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22</c:v>
                </c:pt>
                <c:pt idx="2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30A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🏫 ADMIN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관리자용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학원 운영의 모든 것 ·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학원 원장·본사·운영 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Malgun Gothic"/>
              </a:rPr>
              <a:t>관리자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관리자 페이지는 학생·강사·결제·학부모·콘텐츠까지 학원 운영에 필요한 모든 기능을 한 화면에 모은 곳이에요. 특히 AI 운영비서에게 말이나 글로 시키면 원하는 화면을 열고 조회·처리까지 대신 해줘서 운영이 훨씬 빨라져요. 권한(역할)에 따라 보이는 메뉴와 데이터 범위가 자동으로 달라져요.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운영비서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말/글로 시키면 찾아주고 처리해요.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기능 검색 · 카드 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이름 일부만 적어도 바로 이동.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리텐션 센터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이탈위험·전염·정산·강사코칭 허브.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조직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본사→지사→대리점 자동 정산.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오늘의 핵심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관리자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역할별 데이터 범위 자동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계정으로 로그인하면 역할(원장·본사·직원 등)에 맞는 메뉴와 데이터만 보여요. 소셜 로그인과 비밀번호 재설정도 지원해요.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찾기’(SMS·이메일·카카오)로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역할에 따라 보이는 메뉴·데이터 범위가 자동으로 달라져요.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처음이면 ‘시연용 데모 계정 보기’로 미리 둘러봐요.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 설정으로 직원마다 접근 범위를 나눌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대시보드 &amp; 기능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모든 기능이 카드로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강사·회계·학생·콘텐츠·시스템 카테고리가 카드로 정리돼 있어요. 상단 검색창에 단어만 넣어도 바로 그 기능으로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카드(강사·회계·학생·콘텐츠·시스템)에서 원하는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옆 숫자는 그 안의 기능 개수예요.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셀프 진단·색상/밝게·EN으로 화면·언어를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비서에게 ‘○○ 열어줘’라고 말해도 이동해요.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기능은 검색어를 기억해두면 클릭 수가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시키면 대신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숫자를 조회하거나 화면을 열어줘요. 중요한 일은 먼저 확인한 뒤 실행하고, 권한이 있는 일만 처리해 안전해요.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“오늘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“학생관리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 예) “정우영 학생 다음 수업 1시간 미뤄줘”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버튼을 못 찾을 땐 그냥 ‘○○ 보여줘’라고 말하세요.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음성·텍스트 둘 다 똑같이 동작해요.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바쁜 시간엔 말로 시키는 게 클릭보다 훨씬 빨라요.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학생·강사를 지원하려면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않아도, 학생·강사가 어떻게 입장하는지 알아야 문의에 답하고 문제를 해결할 수 있어요. 입장은 이름과 방 코드(또는 공용방)로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 화면에서 이름과 방 코드를 넣고 입장하기를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방 코드가 비면 공용 수업방으로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브라우저의 카메라·마이크 허용이 필요하다고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문제가 생기면 크롬/엣지로 재접속을 먼저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인앱 브라우저는 카메라가 막혀 ‘외부 브라우저로 열기’가 필요해요.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방/토큰 관리가 필요한 수업은 관리자 화면에서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입장이 안 된다는 문의의 대부분은 브라우저 권한 문제예요 — 권한·브라우저부터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입장 문의는 FAQ로 만들어 두면 상담이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지원을 위해 알아둘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 교실 화면 구조를 알면 문의 대응이 쉬워요. 상단 바(방 정보·타이머·REC·EN·다크), 가운데 작업 공간(탭 도구), 하단 컨트롤 독(카메라·화면공유·채팅·나가기)으로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바: 방 이름·참여 인원·타이머·녹화(REC)·언어(EN)·다크모드.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탭: 칠판·동영상·학생게임·배경화면·AI웜업·복습퀴즈 + 교재도구·필기도구.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독: 설정·카메라·화면공유·채팅·원어민·나가기.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🧺 칭찬 바구니로 수업 중 칭찬이 쌓여요.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‘소리/화면 안 됨’ 문의는 하단 독의 카메라·마이크와 ⚙️설정을 확인하도록 안내하세요.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녹화(REC) 표시로 수업 녹화 여부를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교실 사용 문의는 이 화면 캡처와 함께 FAQ로 만들면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🧰 교실 도구 이해 (지원용)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칠판·교재·배경·동영상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학생·강사가 쓰는 도구를 알아두면 안내가 쉬워요. 칠판(그리기·저장), 교재도구(PDF·사진 업로드·라이브러리), 배경화면(배경·얼굴 꾸미기), 동영상(유튜브·파일)이 핵심이에요.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펜·도형·텍스트·AI도형·저장.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교재도구: 업로드(PDF/JPG/PNG)·라이브러리·페이지 넘김·화면맞춤.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배경 교체·얼굴 꾸미기.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주소·영상 파일 공유.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 ‘라이브러리’는 관리자가 올린 교재가 노출돼요 — 교재 관리와 연결돼요.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강사에게 ‘교재 사전 업로드 → 수업 중 공유’ 흐름을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교재 라이브러리를 잘 채워두면 강사가 수업 준비를 빨리 할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37802"/>
            <a:ext cx="2651760" cy="15765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3485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materials_do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137802"/>
            <a:ext cx="2651760" cy="157655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0021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room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515242"/>
            <a:ext cx="2651760" cy="157655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13485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oom_vide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4515242"/>
            <a:ext cx="2651760" cy="1576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(지급·누적)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 지급 → 학생 포인트 합산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칭찬 포인트(+1P)를 즉석 지급하고, 수업 종료 별점 평가로 +10P가 더해져요. 이 포인트는 학생 총 포인트에 합산되어 포인트 상점·룰렛 등에서 쓰여요. 관리자는 포인트 정책과 상점을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학생 화면의 🌟 칭찬 버튼으로 +1P를 즉석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🧺 포인트 바구니에 실시간 누적되고, 총 포인트(P)에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쌓인 포인트는 포인트 상점·룰렛의 보상과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관리자는 회계/포인트에서 적립·사용 정책을 관리해요.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참여·재수강에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 상점 보상 구성으로 학습 동기를 조절할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지급해요. 포인트 정책·상점 구성은 관리자 몫이에요.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01344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05916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포인트가 잘 도는지(지급·사용)를 주기적으로 확인하면 학습 동기 관리에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👩‍🏫 강사 통합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급여·매칭·평가·MBTI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 목록·프로필·급여·매칭·평가를 한 곳에서 관리해요. 학생이 남긴 별점 평가를 강사별로 모아보며 코칭에 활용할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통합에서 강사 목록·프로필·매칭을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급여 정산, MBTI/성향, 학생⇄강사 매칭을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강사별 수업 평가(별점)를 모아봐요.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매칭이 잘 맞을수록 재수강률이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평가가 낮은 강사는 코칭 탭과 연결해 관리하세요.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우수 강사는 인기 시간대에 우선 배정하면 만족도가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회계 · 포인트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결제·미납·포인트·기프티콘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결제·미납·환불과 포인트·기프티콘 적립/사용을 관리해요. 규정에 따라 금액이 자동 계산돼 실수를 줄여줘요.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결제·미납·환불을 처리해요.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포인트·기프티콘 적립/사용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미납 건은 알림톡·문자로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 결제·미납을 한 화면에서 관리해요.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학습 동기부여에 활용돼요.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미납 알림을 자동화하면 수납률이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포인트·리워드 정책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칭찬 포인트→상점→기프티콘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학생이 수업 중 받는 🌟 칭찬 포인트와 별점 평가(+10P)는 모두 학생의 총 포인트로 쌓이고, 포인트 상점·룰렛·기프티콘 보상으로 이어져요. 관리자는 이 적립·사용 흐름과 보상 구성을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적립 경로 확인: 수업 중 교사 칭찬(+1P)·수업 종료 별점(+10P)·게임 학습 등으로 포인트가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학생별 포인트 적립·사용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 상점·룰렛 보상과 기프티콘 지급 구성을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부정 적립·오류가 의심되면 내역을 조회해 조정해요.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보상(칭찬 포인트)은 학생 참여·재수강에 효과적이에요.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구성으로 학습 동기와 비용을 함께 조절할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학생 화면 상단 P와 마이페이지에 합산 표시돼요.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 구성은 관리자가 맡아요.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보상은 재고·지급 한도를 정해두면 비용을 안정적으로 관리할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↩️ 환불 규정 ·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기준표대로 자동 계산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환불 기준표(수업 시작 전 100%, 진행 정도에 따라 차등)에 맞춰 금액이 자동 계산돼요. 할인 결제는 정가 기준으로 재정산돼요.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요청 시기를 확인해 기준표대로 계산해요.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할인 결제는 정가 기준 재정산 규칙을 적용해요.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 없이 빠진 수업의 결석 처리 규칙을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기준표가 있어 분쟁이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처리 전 학부모에게 규정을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할인가로 결제한 수업은 이미 진행(수강)한 수업을 정가로 차감 후 잔액을 환불해요.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환불·연기 규정을 등록 시 미리 안내하면 갈등이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 · 학부모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실데이터 학생목록·출결·성적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 목록·출결·성적을 관리해요. 학생 목록은 실제 회원 데이터와 연동돼 있고, 학생별 이력을 한눈에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재원생 목록을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출결/평가/포인트/채팅 이력을 학생별로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상담·관리가 필요한 학생을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회원과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결석이 잦은 학생은 빨리 상담해 이탈을 막으세요.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학부모 마이페이지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학습 열람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학부모가 자녀의 학생 ID만 넣으면 출석·평가·결제·AI 권장학습을 한 화면에서 볼 수 있어요. 상담 문의를 줄이고 만족도를 높여줘요.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학부모에게 마이페이지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학부모가 자녀 학생 ID를 넣고 조회해요.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30일·포인트·결제·평가서·월별 보고서를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ID만 알면 되어 접근이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인쇄·PDF 저장이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관리하도록 안내하세요.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등록 시 마이페이지 사용법을 함께 안내하면 문의가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일정 배정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형태·강사·날짜·시간을 배정하는 예약 관리 화면이에요. 학생 예약 현황을 확인하고 조정할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예약 화면에서 수업 형태·강사·시간을 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빈 시간·중복을 확인해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확정하면 학생·강사에게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인기 시간대 분산 배정으로 강사 부하를 조절해요.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예약도 설정할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강사별 가능 시간을 미리 등록해두면 배정이 빨라져요.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요청 확인·처리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학생의 연기·변경 요청을 확인하고 규정에 맞게 처리해요. 규정을 벗어난 직전 요청은 결석/차감 규칙과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연기/변경 요청을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규정(미리 신청)에 맞으면 일정을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변경 내용은 양쪽에 자동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 마감 시간을 명확히 공지하세요.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 위반 요청은 정책대로 안내해요.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연기 마감 규정을 지키면 노쇼 손실을 줄일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교육 · 커리큘럼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레벨·교재·게임 리포트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커리큘럼 구성과 교재 현황, 게임 학습 리포트(약점 단어)를 관리해요. 학습 데이터를 바탕으로 콘텐츠를 보완해요.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레벨/커리큘럼(1~10) 구성을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교재 업로드 현황을 점검해요.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게임 학습 리포트로 약점 단어를 파악해요.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약점이 많은 단어는 게임·복습에 더 노출되게 조정해요.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레벨별 목표를 명확히 하면 성취도가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학년 초에 커리큘럼을 점검하면 한 해가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리텐션 센터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이탈위험·전염·정산·코칭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그만둘 것 같은 학생을 미리 찾고, 가족·동반수업·추천으로 이어지는 연쇄 이탈을 예방하는 허브예요. 4개 탭을 한 곳에서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코칭 탭에서 평가 기반 피드백을 전달해요.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 학생에 알림톡·상담으로 개입해요.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가족·추천 관계까지 함께 관리해요.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조직 정산 · 월간 리포트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조직 트리 구조를 따라 매출·수수료가 자동 정산되고, 월간 리포트로 지사·대리점 성과를 확인해요. AI 인사이트가 상태를 요약해줘요.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조직 트리 구조로 매출·수수료가 자동 정산돼요.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대시보드에서 오늘 매출·재원·출석률을 매일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파트너 신뢰가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5분 점검을 권장해요.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이상 신호(매출 급감·출석 하락)를 빨리 잡을수록 대응이 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 · FAQ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문의·환불·연기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전화·이메일·카카오·원격지원 채널을 안내하고, 자주 묻는 질문을 FAQ로 정리해 문의를 줄여요.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상담 채널·운영시간을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환불/연기 규정을 학생·학부모에게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문의는 FAQ에 추가해요.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FAQ를 늘릴수록 상담 부담이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원격지원으로 어려운 문제를 직접 도와요.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‘입장 안 됨’ 같은 반복 문의는 캡처와 함께 FAQ로 만드세요.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학원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학생 음성 일기 모니터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학생별 영어 일기·AI 첨삭·점수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학생들이 남긴 AI 음성 일기를 관리자 화면에서 조회할 수 있어요. 학생별로 전사(말한 내용)·AI 첨삭·격려·점수를 월별로 확인해, 꾸준히 쓰는 학생을 격려하고 학습 상태를 파악할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📔 음성 일기(모니터)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UID 입력 후 조회할 월을 선택하고 ‘조회’ 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일기 목록에서 항목을 열면 전사·첨삭·격려·점수를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학생이 실제로 일기를 남겨야 조회돼요(입구는 학생 홈의 📔 카드).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꾸준히 쓰는 학생을 찾아 칭찬·리워드로 연결하면 습관이 굳어져요.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‘조회가 안 된다’면 대부분 그 학생이 아직 일기를 남기지 않은 경우예요.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강사 AI 코칭 검수(운영)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수업별 AI 코칭·품질 점수 모아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끝날 때마다 AI가 강사에게 남긴 코칭(잘한 점·개선점·수업 품질 점수) 을 관리자 화면에서 최근 순으로 모아 볼 수 있어요. 감시가 아니라 강사 성장 지원·코칭 품질 관리 관점으로 활용하세요.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🧲 리텐션 센터 → 💼 강사 코칭 탭으로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‘🤖 수업별 AI 코칭(최근)’ 섹션에서 강사별 최근 코칭을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카드의 품질 점수·발화비율·개선점으로 코칭·교육 포인트를 잡아요.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전체 강사의 최근 코칭을 한눈에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관리자에게는 월 누적 요약 중심으로 보여줘 부담이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코칭 문구는 강사 개인 성장용이에요. 평가·징계 목적이 아닌 지원 도구로 쓰는 걸 권장해요.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품질 점수가 낮게 반복되는 강사는 강사 교육 매뉴얼과 연결해 코칭하세요.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eacher_ai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📋 관리자 기능 카테고리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카테고리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대표 기능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개수(예)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강사 통합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급여·매칭·평가·MBTI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강사 관리 효율화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 / 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결제·미납·환불·포인트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 / 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학생목록·출결·성적·학부모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교육 / 콘텐츠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커리큘럼·교재·게임리포트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학습 품질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시스템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설정·권한·로그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안전한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운영비서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말·글로 조회/처리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운영 속도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카테고리별 기능 수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이탈위험 학생 분포(예시)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휴대폰·태블릿·PC 모두 웹에서 바로 접속할 수 있어요.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기능이 안 보여요.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권한(역할)에 따라 메뉴가 달라요. 상단 기능 검색이나 AI 비서에게 이름을 말해 찾으세요.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학생이 수업 입장이 안 된대요.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대부분 브라우저 권한 문제예요. 크롬/엣지로 재접속 후 카메라·마이크 ‘허용’을 안내하세요. 카카오톡 안이면 외부 브라우저로 열게 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AI 비서가 실행까지 하나요?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조회는 바로, 중요한 처리는 ‘할까요?’로 확인 후 실행해요. 권한이 있는 일만 처리합니다.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환불 계산이 헷갈려요.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환불 규정표대로 자동 계산되며, 할인 결제는 정가 기준으로 재정산됩니다.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이탈이 걱정돼요.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 센터의 이탈위험·전염 관계망으로 미리 찾아 알림톡·상담으로 개입하세요.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✅ 매일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매출·재원·출석률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상담/문의를 처리했나요?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실시간 수업(LIVE) 상태를 점검했나요?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이탈위험이 오른 학생을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강사 평가/코칭 피드백을 반영했나요?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반복 문의를 FAQ에 추가했나요?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4F46E5"/>
                </a:solidFill>
                <a:latin typeface="Malgun Gothic"/>
              </a:rPr>
              <a:t>🏁 마무리 · 안정적인 학원 운영을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지금까지 관리자 페이지의 모든 기능을 살펴봤어요. 마지막으로 하루 운영이 어떻게 흘러가는지, 그리고 안정적인 운영을 위해 꼭 지킬 원칙을 한 장에 정리합니다. 매일 이 리듬만 지켜도 운영이 훨씬 가벼워져요.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대시보드에서 오늘 매출·재원생·출석률 확인, AI 인사이트로 학원 상태 요약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상담·문의 처리, 미납·환불 건 확인 및 알림톡 발송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실시간 수업(LIVE) 모니터링, ‘입장 안 됨’ 문의는 브라우저·권한부터 안내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🧲 리텐션 센터에서 이탈위험 학생 케어, 강사 평가·코칭 피드백 반영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주간·월간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조직 정산·월간 리포트 배포, 포인트·리워드(상점/기프티콘) 점검, FAQ 보완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매출·출석 이상 신호를 빨리 잡을수록 대응이 쉬워요.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학생을 빨리 챙길수록 잔존율이 올라가요.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규정은 미리 안내 — 환불·연기 규정을 등록 시 안내하면 분쟁이 크게 줄어요.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— 자주 오는 질문은 캡처와 함께 FAQ로 만들어요.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데이터로 결정 — 감이 아니라 지표·그래프로 판단하고 개선해요.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권한(역할)에 따라 보이는 메뉴·데이터가 달라져요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AI 비서는 조회는 즉시·중요 처리는 확인 후, 권한이 있는 일만 실행해요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학생 ‘수업 입장 안 됨’ 문의의 대부분은 브라우저·카메라/마이크 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칭찬 포인트 → 학생 총포인트 → 상점·기프티콘, 정책·보상 구성은 관리자 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운영은 화려한 기능이 아니라 ‘매일의 작은 확인’에서 나옵니다. 지표를 챙기고, 이탈을 미리 막고, 규정을 명확히 안내하세요. AI 운영비서와 리텐션 센터가 그 일을 함께 도와드립니다. 궁금한 점은 언제든 고객센터로 — 안정적으로 성장하는 학원을 응원합니다! 🍊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