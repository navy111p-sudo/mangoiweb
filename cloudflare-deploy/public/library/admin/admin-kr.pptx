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학원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학생 음성 일기 모니터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학생별 영어 일기·AI 첨삭·점수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학생들이 남긴 AI 음성 일기를 관리자 화면에서 조회할 수 있어요. 학생별로 전사(말한 내용)·AI 첨삭·격려·점수를 월별로 확인해, 꾸준히 쓰는 학생을 격려하고 학습 상태를 파악할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📔 음성 일기(모니터)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UID 입력 후 조회할 월을 선택하고 ‘조회’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일기 목록에서 항목을 열면 전사·첨삭·격려·점수를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학생이 실제로 일기를 남겨야 조회돼요(입구는 학생 홈의 📔 카드).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꾸준히 쓰는 학생을 찾아 칭찬·리워드로 연결하면 습관이 굳어져요.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‘조회가 안 된다’면 대부분 그 학생이 아직 일기를 남기지 않은 경우예요.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강사 AI 코칭 검수(운영)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수업별 AI 코칭·품질 점수 모아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끝날 때마다 AI가 강사에게 남긴 코칭(잘한 점·개선점·수업 품질 점수) 을 관리자 화면에서 최근 순으로 모아 볼 수 있어요. 감시가 아니라 강사 성장 지원·코칭 품질 관리 관점으로 활용하세요.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🧲 리텐션 센터 → 💼 강사 코칭 탭으로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‘🤖 수업별 AI 코칭(최근)’ 섹션에서 강사별 최근 코칭을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카드의 품질 점수·발화비율·개선점으로 코칭·교육 포인트를 잡아요.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전체 강사의 최근 코칭을 한눈에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관리자에게는 월 누적 요약 중심으로 보여줘 부담이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코칭 문구는 강사 개인 성장용이에요. 평가·징계 목적이 아닌 지원 도구로 쓰는 걸 권장해요.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품질 점수가 낮게 반복되는 강사는 강사 교육 매뉴얼과 연결해 코칭하세요.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ai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