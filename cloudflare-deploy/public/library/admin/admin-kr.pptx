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9" r:id="rId40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소개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관리자 로그인 &amp; 권한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대시보드 &amp; 기능 검색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🎥 화상수업 입장 구조 이해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🖥️ 교실 화면 구조 이해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🧰 교실 도구 이해 (지원용)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수업 중 칭찬 포인트 (지급·누적)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👩‍🏫 강사 통합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회계 · 포인트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🎁 포인트·리워드 정책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↩️ 환불 규정 · 처리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학생 · 학부모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👨‍👩‍👧 학부모 마이페이지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📅 수업 예약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🔄 수업 연기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📚 교육 · 커리큘럼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리텐션 센터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조직 정산 · 월간 리포트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고객센터 · FAQ 운영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공지 스튜디오 (포스터 + 팝업)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운영비서에게 시키기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📔 학생 음성 일기 모니터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p.27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강사 AI 코칭 검수(운영)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p.28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26 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 기능 카테고리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p.29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27  </a:t>
            </a:r>
            <a:r>
              <a:rPr sz="1100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p.30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28  </a:t>
            </a:r>
            <a:r>
              <a:rPr sz="1100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p.31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29 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운영 체크리스트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p.32</a:t>
            </a:r>
          </a:p>
          <a:p>
            <a:pPr>
              <a:spcAft>
                <a:spcPts val="1080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30  </a:t>
            </a:r>
            <a:r>
              <a:rPr sz="1100">
                <a:solidFill>
                  <a:srgbClr val="334155"/>
                </a:solidFill>
                <a:latin typeface="Malgun Gothic"/>
              </a:rPr>
              <a:t>마무리 · 안정적인 학원 운영을 위한 실천 가이드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