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cat>
            <c:strRef>
              <c:f>Sheet1!$A$2:$A$4</c:f>
              <c:strCache>
                <c:ptCount val="3"/>
                <c:pt idx="0">
                  <c:v>오늘 매출(만원)</c:v>
                </c:pt>
                <c:pt idx="1">
                  <c:v>재원생(명)</c:v>
                </c:pt>
                <c:pt idx="2">
                  <c:v>출석률(%)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312</c:v>
                </c:pt>
                <c:pt idx="2">
                  <c:v>94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강사</c:v>
                </c:pt>
                <c:pt idx="1">
                  <c:v>회계</c:v>
                </c:pt>
                <c:pt idx="2">
                  <c:v>학생</c:v>
                </c:pt>
                <c:pt idx="3">
                  <c:v>콘텐츠</c:v>
                </c:pt>
                <c:pt idx="4">
                  <c:v>시스템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</c:v>
                </c:pt>
                <c:pt idx="1">
                  <c:v>8</c:v>
                </c:pt>
                <c:pt idx="2">
                  <c:v>14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안전</c:v>
                </c:pt>
                <c:pt idx="1">
                  <c:v>주의</c:v>
                </c:pt>
                <c:pt idx="2">
                  <c:v>위험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</c:v>
                </c:pt>
                <c:pt idx="1">
                  <c:v>22</c:v>
                </c:pt>
                <c:pt idx="2">
                  <c:v>10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30A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🏫 ADMIN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관리자용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학원 운영의 모든 것 ·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학원 원장·본사·운영 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Malgun Gothic"/>
              </a:rPr>
              <a:t>관리자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관리자 페이지는 학생·강사·결제·학부모·콘텐츠까지 학원 운영에 필요한 모든 기능을 한 화면에 모은 곳이에요. 특히 AI 운영비서에게 말이나 글로 시키면 원하는 화면을 열고 조회·처리까지 대신 해줘서 운영이 훨씬 빨라져요. 권한(역할)에 따라 보이는 메뉴와 데이터 범위가 자동으로 달라져요.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운영비서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말/글로 시키면 찾아주고 처리해요.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기능 검색 · 카드 메뉴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이름 일부만 적어도 바로 이동.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리텐션 센터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이탈위험·전염·정산·강사코칭 허브.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4F46E5"/>
                </a:solidFill>
                <a:latin typeface="Malgun Gothic"/>
              </a:rPr>
              <a:t>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조직 정산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본사→지사→대리점 자동 정산.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F46E5"/>
                </a:solidFill>
                <a:latin typeface="Malgun Gothic"/>
              </a:rPr>
              <a:t>오늘의 핵심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📑 차례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관리자 로그인 &amp; 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대시보드 &amp; 기능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화상수업 입장 구조 이해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교실 화면 구조 이해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교실 도구 이해 (지원용)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중 칭찬 포인트 (지급·누적)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회계 · 포인트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포인트·리워드 정책 관리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환불 규정 · 처리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 · 학부모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16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학부모 마이페이지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17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예약 관리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18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연기 관리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19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교육 · 커리큘럼 관리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리텐션 센터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조직 정산 · 월간 리포트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고객센터 · FAQ 운영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23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한국·필리핀 듀얼 시계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24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중국어 발음 코치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📑 차례  (2/2)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공지 스튜디오 (포스터 + 팝업)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3199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AI 운영비서에게 시키기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3199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학생 음성 일기 모니터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3199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AI 코칭 검수(운영)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3199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29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QR 출결 체크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3199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상담 예약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3199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친구 추천 보상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3199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연기·변경 요청 승인 처리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3199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자료실 카카오톡 링크 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3199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수강 등록 · 결제 → 수업 자동 생성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3199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수업 관찰 (라이브 참관)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3199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1567" y="14813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41567" y="14630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7055" y="14538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새로워진 관리자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13287" y="14538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1567" y="17556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41567" y="17373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7055" y="17282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화면 언어가 자동으로 맞춰져요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13287" y="17282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38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41567" y="20299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41567" y="20116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7055" y="20025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판단력 훈련 운영 (학생 판단력 지수)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13287" y="20025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39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41567" y="230428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41567" y="228600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17055" y="22768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계정 관리 (비밀번호 재설정 · 접근 제한)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13287" y="22768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40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41567" y="25786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41567" y="25603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7055" y="25511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강사 통합 관리 개편 (명부 필터 · 그룹 · 상세 탭)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213287" y="25511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41567" y="28529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41567" y="28346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17055" y="28254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학부모 월간 성적표 (오각형) 발송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13287" y="28254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41567" y="312724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41567" y="310896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17055" y="309981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13287" y="309981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43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41567" y="340156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41567" y="338328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17055" y="337413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13287" y="337413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44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141567" y="3675887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41567" y="3657599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17055" y="364845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13287" y="364845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45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41567" y="395020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41567" y="393192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7055" y="392277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체크리스트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13287" y="392277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46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41567" y="4224528"/>
            <a:ext cx="384048" cy="2286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41567" y="4206240"/>
            <a:ext cx="384048" cy="265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17055" y="4197096"/>
            <a:ext cx="45870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4155"/>
                </a:solidFill>
                <a:latin typeface="Malgun Gothic"/>
              </a:rPr>
              <a:t>마무리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213287" y="4197096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4F46E5"/>
                </a:solidFill>
                <a:latin typeface="Malgun Gothic"/>
              </a:rPr>
              <a:t>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관리자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역할별 데이터 범위 자동 적용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계정으로 로그인하면 역할(원장·본사·직원 등)에 맞는 메뉴와 데이터만 보여요. 소셜 로그인과 비밀번호 재설정도 지원해요.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찾기’(SMS·이메일·카카오)로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역할에 따라 보이는 메뉴·데이터 범위가 자동으로 달라져요.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처음이면 ‘시연용 데모 계정 보기’로 미리 둘러봐요.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 설정으로 직원마다 접근 범위를 나눌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대시보드 &amp; 기능 검색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모든 기능이 카드로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강사·회계·학생·콘텐츠·시스템 카테고리가 카드로 정리돼 있어요. 상단 검색창에 단어만 넣어도 바로 그 기능으로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카드(강사·회계·학생·콘텐츠·시스템)에서 원하는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옆 숫자는 그 안의 기능 개수예요.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셀프 진단·색상/밝게·EN으로 화면·언어를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비서에게 ‘○○ 열어줘’라고 말해도 이동해요.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기능은 검색어를 기억해두면 클릭 수가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시키면 대신 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숫자를 조회하거나 화면을 열어줘요. 중요한 일은 먼저 확인한 뒤 실행하고, 권한이 있는 일만 처리해 안전해요.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“오늘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“학생관리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 예) “정우영 학생 다음 수업 1시간 미뤄줘”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버튼을 못 찾을 땐 그냥 ‘○○ 보여줘’라고 말하세요.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음성·텍스트 둘 다 똑같이 동작해요.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바쁜 시간엔 말로 시키는 게 클릭보다 훨씬 빨라요.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학생·강사를 지원하려면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않아도, 학생·강사가 어떻게 입장하는지 알아야 문의에 답하고 문제를 해결할 수 있어요. 입장은 이름과 방 코드(또는 공용방)로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 화면에서 이름과 방 코드를 넣고 입장하기를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방 코드가 비면 공용 수업방으로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브라우저의 카메라·마이크 허용이 필요하다고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문제가 생기면 크롬/엣지로 재접속을 먼저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인앱 브라우저는 카메라가 막혀 ‘외부 브라우저로 열기’가 필요해요.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방/토큰 관리가 필요한 수업은 관리자 화면에서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입장이 안 된다는 문의의 대부분은 브라우저 권한 문제예요 — 권한·브라우저부터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입장 문의는 FAQ로 만들어 두면 상담이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구조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지원을 위해 알아둘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관리자는 직접 수업하지 않아도 교실 화면 구조를 알면 문의 대응이 쉬워요. 상단 바(방 정보·타이머·REC·EN·다크), 가운데 작업 공간(탭 도구), 하단 컨트롤 독(카메라·화면공유·채팅·나가기)으로 이뤄져요.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바: 방 이름·참여 인원·타이머·녹화(REC)·언어(EN)·다크모드.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탭: 칠판·동영상·학생게임·배경화면·AI웜업·복습퀴즈 + 교재도구·필기도구.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독: 설정·카메라·화면공유·채팅·원어민·나가기.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🧺 칭찬 바구니로 수업 중 칭찬이 쌓여요.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‘소리/화면 안 됨’ 문의는 하단 독의 카메라·마이크와 ⚙️설정을 확인하도록 안내하세요.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녹화(REC) 표시로 수업 녹화 여부를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오는 교실 사용 문의는 이 화면 캡처와 함께 FAQ로 만들면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🧰 교실 도구 이해 (지원용)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칠판·교재·배경·동영상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학생·강사가 쓰는 도구를 알아두면 안내가 쉬워요. 칠판(그리기·저장), 교재도구(PDF·사진 업로드·라이브러리), 배경화면(배경·얼굴 꾸미기), 동영상(유튜브·파일)이 핵심이에요.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펜·도형·텍스트·AI도형·저장.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교재도구: 업로드(PDF/JPG/PNG)·라이브러리·페이지 넘김·화면맞춤.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배경 교체·얼굴 꾸미기.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주소·영상 파일 공유.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 ‘라이브러리’는 관리자가 올린 교재가 노출돼요 — 교재 관리와 연결돼요.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강사에게 ‘교재 사전 업로드 → 수업 중 공유’ 흐름을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교재 라이브러리를 잘 채워두면 강사가 수업 준비를 빨리 할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7802"/>
            <a:ext cx="2651760" cy="157655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9134856" y="208293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materials_do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137802"/>
            <a:ext cx="2651760" cy="157655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0021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om_b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15242"/>
            <a:ext cx="2651760" cy="1576554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9134856" y="4460378"/>
            <a:ext cx="2761488" cy="168628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om_vide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4515242"/>
            <a:ext cx="2651760" cy="1576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(지급·누적)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 지급 → 학생 포인트 합산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칭찬 포인트(+1P)를 즉석 지급하고, 수업 종료 별점 평가로 +10P가 더해져요. 이 포인트는 학생 총 포인트에 합산되어 포인트 상점·룰렛 등에서 쓰여요. 관리자는 포인트 정책과 상점을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학생 화면의 🌟 칭찬 버튼으로 +1P를 즉석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🧺 포인트 바구니에 실시간 누적되고, 총 포인트(P)에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쌓인 포인트는 포인트 상점·룰렛의 보상과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관리자는 회계/포인트에서 적립·사용 정책을 관리해요.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참여·재수강에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 상점 보상 구성으로 학습 동기를 조절할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지급해요. 포인트 정책·상점 구성은 관리자 몫이에요.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01344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05916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포인트가 잘 도는지(지급·사용)를 주기적으로 확인하면 학습 동기 관리에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👩‍🏫 강사 통합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급여·매칭·평가·MBTI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목록·프로필·급여·매칭·평가를 한 곳에서 관리해요. 학생이 남긴 별점 평가를 강사별로 모아보며 코칭에 활용할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통합에서 강사 목록·프로필·매칭을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 정산, MBTI/성향, 학생⇄강사 매칭을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강사별 수업 평가(별점)를 모아봐요.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매칭이 잘 맞을수록 재수강률이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평가가 낮은 강사는 코칭 탭과 연결해 관리하세요.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우수 강사는 인기 시간대에 우선 배정하면 만족도가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회계 · 포인트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결제·미납·포인트·기프티콘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결제·미납·환불과 포인트·기프티콘 적립/사용을 관리해요. 규정에 따라 금액이 자동 계산돼 실수를 줄여줘요.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결제·미납·환불을 처리해요.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포인트·기프티콘 적립/사용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미납 건은 알림톡·문자로 안내해요.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 결제·미납을 한 화면에서 관리해요.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학습 동기부여에 활용돼요.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미납 알림을 자동화하면 수납률이 올라가요.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포인트·리워드 정책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칭찬 포인트→상점→기프티콘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학생이 수업 중 받는 🌟 칭찬 포인트와 별점 평가(+10P)는 모두 학생의 총 포인트로 쌓이고, 포인트 상점·룰렛·기프티콘 보상으로 이어져요. 관리자는 이 적립·사용 흐름과 보상 구성을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적립 경로 확인: 수업 중 교사 칭찬(+1P)·수업 종료 별점(+10P)·게임 학습 등으로 포인트가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학생별 포인트 적립·사용 내역을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 상점·룰렛 보상과 기프티콘 지급 구성을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부정 적립·오류가 의심되면 내역을 조회해 조정해요.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보상(칭찬 포인트)은 학생 참여·재수강에 효과적이에요.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구성으로 학습 동기와 비용을 함께 조절할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포인트는 학생 화면 상단 P와 마이페이지에 합산 표시돼요.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 구성은 관리자가 맡아요.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보상은 재고·지급 한도를 정해두면 비용을 안정적으로 관리할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↩️ 환불 규정 ·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기준표대로 자동 계산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환불 기준표(수업 시작 전 100%, 진행 정도에 따라 차등)에 맞춰 금액이 자동 계산돼요. 할인 결제는 정가 기준으로 재정산돼요.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요청 시기를 확인해 기준표대로 계산해요.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할인 결제는 정가 기준 재정산 규칙을 적용해요.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 없이 빠진 수업의 결석 처리 규칙을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기준표가 있어 분쟁이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처리 전 학부모에게 규정을 안내하세요.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할인가로 결제한 수업은 이미 진행(수강)한 수업을 정가로 차감 후 잔액을 환불해요.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환불·연기 규정을 등록 시 미리 안내하면 갈등이 크게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 · 학부모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실데이터 학생목록·출결·성적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 목록·출결·성적을 관리해요. 학생 목록은 실제 회원 데이터와 연동돼 있고, 학생별 이력을 한눈에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재원생 목록을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출결/평가/포인트/채팅 이력을 학생별로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상담·관리가 필요한 학생을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회원과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결석이 잦은 학생은 빨리 상담해 이탈을 막으세요.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학부모 마이페이지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학습 열람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학부모가 자녀의 학생 ID만 넣으면 출석·평가·결제·AI 권장학습을 한 화면에서 볼 수 있어요. 상담 문의를 줄이고 만족도를 높여줘요.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학부모에게 마이페이지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학부모가 자녀 학생 ID를 넣고 조회해요.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30일·포인트·결제·평가서·월별 보고서를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ID만 알면 되어 접근이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인쇄·PDF 저장이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관리하도록 안내하세요.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등록 시 마이페이지 사용법을 함께 안내하면 문의가 줄어요.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일정 배정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형태·강사·날짜·시간을 배정하는 예약 관리 화면이에요. 학생 예약 현황을 확인하고 조정할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예약 화면에서 수업 형태·강사·시간을 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빈 시간·중복을 확인해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확정하면 학생·강사에게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인기 시간대 분산 배정으로 강사 부하를 조절해요.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예약도 설정할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강사별 가능 시간을 미리 등록해두면 배정이 빨라져요.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요청 확인·처리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학생의 연기·변경 요청을 확인하고 규정에 맞게 처리해요. 규정을 벗어난 직전 요청은 결석/차감 규칙과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학생의 연기/변경 요청을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규정(미리 신청)에 맞으면 일정을 조정해요.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변경 내용은 양쪽에 자동 안내돼요.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 마감 시간을 명확히 공지하세요.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 위반 요청은 정책대로 안내해요.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연기 마감 규정을 지키면 노쇼 손실을 줄일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교육 · 커리큘럼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레벨·교재·게임 리포트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커리큘럼 구성과 교재 현황, 게임 학습 리포트(약점 단어)를 관리해요. 학습 데이터를 바탕으로 콘텐츠를 보완해요.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레벨/커리큘럼(1~10) 구성을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교재 업로드 현황을 점검해요.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게임 학습 리포트로 약점 단어를 파악해요.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약점이 많은 단어는 게임·복습에 더 노출되게 조정해요.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레벨별 목표를 명확히 하면 성취도가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학년 초에 커리큘럼을 점검하면 한 해가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리텐션 센터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이탈위험·전염·정산·코칭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그만둘 것 같은 학생을 미리 찾고, 가족·동반수업·추천으로 이어지는 연쇄 이탈을 예방하는 허브예요. 4개 탭을 한 곳에서 관리해요.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코칭 탭에서 평가 기반 피드백을 전달해요.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 학생에 알림톡·상담으로 개입해요.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가족·추천 관계까지 함께 관리해요.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조직 정산 · 월간 리포트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조직 트리 구조를 따라 매출·수수료가 자동 정산되고, 월간 리포트로 지사·대리점 성과를 확인해요. AI 인사이트가 상태를 요약해줘요.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조직 트리 구조로 매출·수수료가 자동 정산돼요.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대시보드에서 오늘 매출·재원·출석률을 매일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파트너 신뢰가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5분 점검을 권장해요.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이상 신호(매출 급감·출석 하락)를 빨리 잡을수록 대응이 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 · FAQ 운영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문의·환불·연기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전화·이메일·카카오·원격지원 채널을 안내하고, 자주 묻는 질문을 FAQ로 정리해 문의를 줄여요.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상담 채널·운영시간을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환불/연기 규정을 학생·학부모에게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문의는 FAQ에 추가해요.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FAQ를 늘릴수록 상담 부담이 줄어요.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원격지원으로 어려운 문제를 직접 도와요.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‘입장 안 됨’ 같은 반복 문의는 캡처와 함께 FAQ로 만드세요.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학원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학생 음성 일기 모니터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학생별 영어 일기·AI 첨삭·점수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학생들이 남긴 AI 음성 일기를 관리자 화면에서 조회할 수 있어요. 학생별로 전사(말한 내용)·AI 첨삭·격려·점수를 월별로 확인해, 꾸준히 쓰는 학생을 격려하고 학습 상태를 파악할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📔 음성 일기(모니터)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UID 입력 후 조회할 월을 선택하고 ‘조회’ 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일기 목록에서 항목을 열면 전사·첨삭·격려·점수를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학생이 실제로 일기를 남겨야 조회돼요(입구는 학생 홈의 📔 카드).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꾸준히 쓰는 학생을 찾아 칭찬·리워드로 연결하면 습관이 굳어져요.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‘조회가 안 된다’면 대부분 그 학생이 아직 일기를 남기지 않은 경우예요.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강사 AI 코칭 검수(운영)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수업별 AI 코칭·품질 점수 모아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끝날 때마다 AI가 강사에게 남긴 코칭(잘한 점·개선점·수업 품질 점수) 을 관리자 화면에서 최근 순으로 모아 볼 수 있어요. 감시가 아니라 강사 성장 지원·코칭 품질 관리 관점으로 활용하세요.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🧲 리텐션 센터 → 💼 강사 코칭 탭으로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‘🤖 수업별 AI 코칭(최근)’ 섹션에서 강사별 최근 코칭을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카드의 품질 점수·발화비율·개선점으로 코칭·교육 포인트를 잡아요.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전체 강사의 최근 코칭을 한눈에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관리자에게는 월 누적 요약 중심으로 보여줘 부담이 적어요.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코칭 문구는 강사 개인 성장용이에요. 평가·징계 목적이 아닌 지원 도구로 쓰는 걸 권장해요.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품질 점수가 낮게 반복되는 강사는 강사 교육 매뉴얼과 연결해 코칭하세요.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ai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📱 QR 출결 체크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QR 한 번 스캔으로 출석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학원 입구에 출결용 QR 코드를 붙여두면, 학생이 휴대폰으로 스캔하는 순간 출석이 자동 기록돼요. 관리자 대시보드에서 오늘의 출결 현황을 실시간으로 확인할 수 있어 수기 출석부가 필요 없어요.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QR 출결 카드를 열고 우리 학원 QR 코드를 생성해요.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QR을 인쇄해 입구·데스크에 붙여요.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휴대폰 카메라로 스캔하면 체크인 화면에서 출석이 완료돼요.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대시보드의 출결 현황에서 오늘 출석·시간을 실시간으로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 시각이 자동 기록돼 정확하고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출결 데이터는 학생 관리·리포트와 자동으로 이어져요.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QR 코드는 우리 학원 전용이에요. 외부에 공유되지 않게 관리하세요.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등원 시간대에 데스크에 태블릿을 세워두면 줄 서지 않고 스캔할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📞 상담 예약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신규 상담 접수부터 일정 관리까지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학부모·신규 문의자의 상담 예약을 접수하고 한 화면에서 관리할 수 있어요. 예약 목록에서 일정·상태(대기/완료) 를 관리하고, 상담 결과를 등록으로 이어가는 흐름을 만들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상담 예약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예약으로 이름·연락처·희망 일시를 등록하거나, 접수된 예약을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상담을 마치면 상태를 완료로 바꾸고 메모를 남겨요.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 → 레벨테스트 → 등록으로 자연스럽게 이어가세요.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예약이 한 곳에 모여 놓치는 상담이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상담 이력이 남아 재문의 대응이 쉬워져요.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다음 날 안부 연락 한 번이 등록 전환율을 크게 올려줘요.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🎁 친구 추천 보상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추천 현황 확인 · 보상 지급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재원생이 친구를 데려오는 추천(리퍼럴) 현황을 조회하고 보상 지급까지 처리할 수 있어요. 누가 누구를 추천했는지, 보상이 지급됐는지 한 화면에서 관리돼 입소문 마케팅을 체계적으로 운영할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추천 보상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추천인·피추천인·등록 여부를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충족한 건은 보상 지급으로 처리해요(포인트·기프티콘 등).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이력이 데이터로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보상 정책을 학생 포인트·상점과 연결하면 효과가 커져요.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신학기 전 ‘친구 추천 이벤트’와 함께 쓰면 등록 문의가 눈에 띄게 늘어요.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🗓️ 연기·변경 요청 승인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강사가 제출한 요청을 확인·승인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강사가 제출한 수업 연기·시간 변경 요청이 관리자 화면에 실시간으로 모여요. 요청 사유를 확인하고 승인/반려하면 스케줄에 바로 반영돼, 전화·메신저로 오가던 일정 조율이 한 화면에서 끝나요.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수업 연기/변경 요청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대기 중 요청의 강사·수업·사유를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승인 또는 반려를 누르면 결과가 스케줄과 강사에게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요청·처리 이력이 남아 분쟁 없이 투명해요.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학부모 안내가 필요한 변경은 승인 후 바로 알림으로 이어가세요.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대기 요청을 비우는 습관을 들이면 당일 혼선이 없어요.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수강 등록 · 결제 → 수업 자동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결제 확정되면 회차 전량이 자동으로 잡힙니다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수강신청 화면에서 학생이 강사·요일·시간을 고르고 결제하면, 결제 확정 시점에 수업 회차가 전량 자동 생성됩니다. 예전처럼 결제 확인 후 사람이 일일이 시간표를 넣던 작업이 사라졌어요. 같은 시간에 이미 잡힌 수업이 있으면 결제 전에 충돌을 감지해 알려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학생·학부모에게 수강신청 링크를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강사 → 수업 옵션(주 횟수·기간·수업 길이) → 요일·시간 순으로 고릅니다.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시간 확인이 통과돼야 결제 버튼이 열립니다(충돌 시 결제 불가).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결제가 확정되면 회차가 한꺼번에 생성됩니다. 관리자 화면 수업 목록에서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 단가·할인율은 단가표 화면에서 관리합니다.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멱등 처리돼서 결제 알림이 중복 들어와도 회차가 두 번 생기지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공휴일·기존 수업과 겹치면 뒤로 밀어서 회차 수를 채웁니다.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기간 할인(6개월 -5% · 12개월 -10%)이 금액에 자동 반영됩니다.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현재는 1단계(등록 → 결제 → 회차 자동 생성) 까지 열려 있습니다. 이후 단계는 순차 반영 예정입니다.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→ 레벨테스트 → 수강신청 링크 전달 순서로 안내하면 등록 전환이 매끄럽습니다.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en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👀 수업 관찰 (라이브 참관)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진행 중인 수업을 조용히 들여다보기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진행 중인 수업에 학생·강사가 모르게 조용히 참관할 수 있습니다. 입장 알림이 전혀 가지 않아 수업 흐름을 방해하지 않고, 신규 강사 멘토링·수업 품질 점검·학부모 민원 확인에 씁니다. 모든 참관 기록은 감사 로그에 영구 저장됩니다.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메뉴에서 수업 관찰 (라이브) 카드를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UID와 강의실 ID를 넣어요.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참관 사유를 반드시 적어요(예: 신규 강사 멘토링).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참관 시작을 누르면 수업 화면이 열려요. 끝나면 참관 종료를 누르세요.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지난 기록은 참관 기록에서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참관 중에는 소리·영상이 상대에게 전송되지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참관 사유는 필수 — 학생 사생활 보호 정책입니다.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누가·언제·왜 참관했는지 모두 기록됩니다.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사생활과 직결된 기능입니다. 업무상 필요한 경우에만 사용하고, 사유를 구체적으로 적어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강사는 첫 2주 동안 주 1회 참관 후 코칭하면 수업 품질이 빨리 안정됩니다.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gho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새로워진 관리자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사이드바 접기 · 밝은 배경 · 선 아이콘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관리자 화면이 눈이 편하고 넓게 바뀌었습니다. 왼쪽 메뉴는 ‹ 접기 버튼으로 아이콘만 남는 좁은 띠(레일) 로 접히고, 배경은 밝은 톤으로 통일됐어요. 메뉴 아이콘도 선(라인) 아이콘으로 정리해 글자가 잘 읽힙니다.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메뉴 맨 위의 ‹ 접기를 눌러요. 메뉴가 아이콘 띠로 줄어들며 본문이 넓어져요.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다시 펼치려면 같은 자리의 ›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접은 상태는 다음 접속 때도 그대로 기억됩니다.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메뉴가 많아 찾기 어려우면 위쪽 메뉴 검색에 이름을 쳐 보세요.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표·목록이 많은 화면에서 가로 공간이 크게 늘어나요.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하위 메뉴 15장까지 밝은 테마로 통일돼 화면 간 색 차이가 사라졌어요.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저사양 PC에서도 버벅이지 않도록 접기 애니메이션을 없앴습니다.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정산·급여처럼 표가 넓은 화면은 접어 놓고 보면 훨씬 편합니다.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sidebar_r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🌐 화면 언어가 자동으로 맞춰져요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해외 스태프·강사는 영어로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필리핀 강사와 해외 스태프가 처음부터 영어 화면으로 시작합니다. 계정의 국적 정보를 기준으로 화면 언어가 정해지고, 강사 계정은 이름·이전 선택과 무관하게 항상 영어로 뜹니다. 물론 상단 🌐 EN / KR 버튼으로 언제든 직접 바꿀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계정에 국적이 등록돼 있으면 로그인할 때 자동으로 맞는 언어가 뜹니다.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바꾸려면 상단의 🌐 EN / KR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직접 고른 언어는 그 계정에만 저장돼요 — 같은 PC를 여러 명이 써도 섞이지 않습니다.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강사용 안내 슬라이드·안내서도 영어판으로 함께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무조건 영어 — 한국어 화면 때문에 헤매는 일이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이름에 붙은 한글 직함 때문에 영문 이름 계정이 한국어로 뜨던 문제도 고쳤어요.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언어 선택이 계정별로 분리돼 해외 계정이 남의 선택에 덮이지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국적이 비어 있는 계정은 기존 방식(이름·아이디 규칙)으로 판단합니다. 강사 등록 시 국적을 꼭 넣어 주세요.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새 강사를 등록할 때 국적을 함께 입력하면 첫 로그인부터 영어 화면으로 시작해 문의가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🧠 판단력 훈련 운영 (학생 판단력 지수)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암기가 아니라 판단 — 학습 성과의 새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판단력 훈련은 학생이 상황에 맞는 표현을 고르고 이유를 설명하는 학습입니다. 결과는 판단력 지수(5개 축)로 쌓여 학부모 상담·리포트에서 “무엇을 외웠나”가 아니라 “얼마나 스스로 판단하나” 를 보여 주는 근거가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화면의 AI 학습 도구 → 판단력 훈련이 기능 위치입니다.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학생별 누적 결과는 내 성장 화면과 학습 리포트에서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 때 지수 변화 그래프를 근거 자료로 보여 주세요.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최근 답변에 더 큰 가중치(반감기 방식)라 최근 실력이 지수에 빨리 반영돼요.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부분 점수 방식이라 한 번 틀렸다고 지수가 급락하지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문제는 주제 24종 × 각도 12종으로 조합돼 학생마다 다른 문제가 나옵니다.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24727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870447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판단력 지수는 시험 점수가 아니라 성장 추이로 읽어야 정확합니다. 절대값보다 변화 방향을 보세요.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556247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01967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“단어는 아는데 말이 안 나와요” 하는 학부모 문의에 가장 잘 맞는 설명 자료입니다.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jud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🔑 강사 계정 관리 (비밀번호 재설정 · 접근 제한)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분실 대응 · 권한 범위 정리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강사가 비밀번호를 잊었을 때 관리자 화면에서 바로 재설정할 수 있습니다. 또 강사 계정이 접근할 수 있는 범위를 정리해 강사에게 필요 없는 운영·정산 기능은 열리지 않도록 막았습니다.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강사 통합에서 해당 강사를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 재설정으로 임시 비밀번호를 발급해요.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강사에게 전달하고 로그인 후 바로 변경하도록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 계정의 국적이 비어 있으면 국적을 채워 영어 화면이 뜨게 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계정은 운영·정산 기능에 접근할 수 없습니다(32개 영역 차단).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재설정 이력은 기록에 남습니다.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국적이 입력된 강사는 첫 로그인부터 영어 화면으로 시작합니다.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임시 비밀번호는 카카오톡 등 본인 확인이 되는 경로로만 전달하세요.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신규 강사 등록 시 국적·연락처를 함께 채워 두면 이후 문의가 확 줄어듭니다.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706645"/>
            <a:ext cx="5596128" cy="81630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eacher_my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61509"/>
            <a:ext cx="5486400" cy="706581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강사 통합 관리 개편 (명부 필터 · 그룹 · 상세 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찾기 쉬운 명부 · 한눈에 보는 상세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강사 관리 화면이 찾기 쉽고 보기 편하게 정리됐어요. 흩어져 있던 메뉴를 네 묶음으로 그룹지어 사이드바에 담았고, 강사 명부 위에는 구분·상태·그룹 드롭다운 필터와 적용된 필터 칩이 생겼어요. 강사를 누르면 프로필·급여·평가 탭으로 나뉜 상세 화면이 열리고, 매니저 배지와 재직 상태(재직·휴직·퇴사) 가 한눈에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강사 통합을 열어요(메뉴가 네 묶음으로 정리돼 있어요).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명부 위 상태·그룹 드롭다운으로 원하는 강사만 걸러요.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적용된 필터는 칩으로 표시되고, 칩을 지우면 해제돼요.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강사를 누르면 프로필 / 급여 / 평가 탭 상세가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급여·평가 탭의 요약 숫자는 열 때 필요한 만큼만 불러옵니다.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627632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매니저는 배지로 구분되고, 재직 상태가 재직·휴직·퇴사 3가지로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이름이 비어도 아이디로 대체 표기돼 빈칸이 없어요.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상세 탭은 기존 API를 재사용해 빠르게 뜨고, 화면은 한/영 병기예요.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중복이던 급여 입구를 정리하고 버그 접수는 별도 시스템으로 옮겼어요.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903720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949440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필터·상세 정리 작업이에요. 강사 등록·수정·삭제 기능 자체는 그대로예요.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635240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680960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강사가 많을수록 상태·그룹 필터가 큰 힘을 발휘해요. 자주 보는 조건은 필터를 걸어 두고 쓰세요.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teach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학부모 월간 성적표 (오각형) 발송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5축 그래프 성적표를 미리보고 링크로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학부모에게 보내는 월간 성적표가 오각형 5축 그래프로 새로워졌어요. 발음·유창성 / 어휘 / 문장 구성력 / 수업 태도 / 참여도 를 한눈에 보여 주고, 출결·판단력·담임의 한마디가 함께 담깁니다. 관리자·교사는 학생 ID와 월을 넣어 미리보기한 뒤 카카오톡 링크로 보냅니다.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ID와 월을 넣고 레포트 보기를 눌러 미리봐요.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오각형과 담임의 한마디를 확인하고, 필요하면 평가를 보완해요.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주소에 ?uid=학생ID&amp;period=YYYY-MM 를 붙여 카카오톡 링크로 보냅니다.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실제 기록이 있는 축만 채워져 신뢰할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2개월 주기로 정리해 학부모 피로 없이 변화를 전달해요.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인쇄/PDF 버튼으로 상담용 종이 성적표도 즉시 만들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성적표 열람은 승인 게이트를 거쳐요. 관리자는 로그인 세션으로, 학부모는 발급된 링크(토큰)로만 열립니다.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상담 예약과 함께 성적표 링크를 미리 보내면 상담이 훨씬 매끄러워요.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port_pentag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📋 관리자 기능 카테고리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463040"/>
          <a:ext cx="1146017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카테고리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대표 기능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개수(예)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강사 통합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급여·매칭·평가·MBTI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강사 관리 효율화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 / 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결제·미납·환불·포인트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 / 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학생목록·출결·성적·학부모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교육 / 콘텐츠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커리큘럼·교재·게임리포트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학습 품질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시스템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설정·권한·로그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안전한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운영비서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말·글로 조회/처리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운영 속도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카테고리별 기능 수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이탈위험 학생 분포(예시)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휴대폰·태블릿·PC 모두 웹에서 바로 접속할 수 있어요.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기능이 안 보여요.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권한(역할)에 따라 메뉴가 달라요. 상단 기능 검색이나 AI 비서에게 이름을 말해 찾으세요.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학생이 수업 입장이 안 된대요.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대부분 브라우저 권한 문제예요. 크롬/엣지로 재접속 후 카메라·마이크 ‘허용’을 안내하세요. 카카오톡 안이면 외부 브라우저로 열게 하세요.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AI 비서가 실행까지 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조회는 바로, 중요한 처리는 ‘할까요?’로 확인 후 실행해요. 권한이 있는 일만 처리합니다.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환불 계산이 헷갈려요.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환불 규정표대로 자동 계산되며, 할인 결제는 정가 기준으로 재정산됩니다.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Q. 이탈이 걱정돼요.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 센터의 이탈위험·전염 관계망으로 미리 찾아 알림톡·상담으로 개입하세요.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F46E5"/>
                </a:solidFill>
                <a:latin typeface="Malgun Gothic"/>
              </a:rPr>
              <a:t>✅ 매일 운영 체크리스트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매출·재원·출석률 지표를 확인했나요?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상담/문의를 처리했나요?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실시간 수업(LIVE) 상태를 점검했나요?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이탈위험이 오른 학생을 챙겼나요?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강사 평가/코칭 피드백을 반영했나요?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반복 문의를 FAQ에 추가했나요?</a:t>
            </a:r>
          </a:p>
        </p:txBody>
      </p:sp>
      <p:pic>
        <p:nvPicPr>
          <p:cNvPr id="23" name="Picture 22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🏫 망고아이 관리자용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658368" cy="512064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8"/>
            <a:ext cx="658368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4F46E5"/>
                </a:solidFill>
                <a:latin typeface="Malgun Gothic"/>
              </a:rPr>
              <a:t>🏁 마무리 · 안정적인 학원 운영을 위한 실천 가이드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지금까지 관리자 페이지의 모든 기능을 살펴봤어요. 마지막으로 하루 운영이 어떻게 흘러가는지, 그리고 안정적인 운영을 위해 꼭 지킬 원칙을 한 장에 정리합니다. 매일 이 리듬만 지켜도 운영이 훨씬 가벼워져요.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대시보드에서 오늘 매출·재원생·출석률 확인, AI 인사이트로 학원 상태 요약 파악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상담·문의 처리, 미납·환불 건 확인 및 알림톡 발송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실시간 수업(LIVE) 모니터링, ‘입장 안 됨’ 문의는 브라우저·권한부터 안내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🧲 리텐션 센터에서 이탈위험 학생 케어, 강사 평가·코칭 피드백 반영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주간·월간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조직 정산·월간 리포트 배포, 포인트·리워드(상점/기프티콘) 점검, FAQ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⭐ 핵심 원칙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매출·출석 이상 신호를 빨리 잡을수록 대응이 쉬워요.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학생을 빨리 챙길수록 잔존율이 올라가요.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규정은 미리 안내 — 환불·연기 규정을 등록 시 안내하면 분쟁이 크게 줄어요.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— 자주 오는 질문은 캡처와 함께 FAQ로 만들어요.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4F46E5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데이터로 결정 — 감이 아니라 지표·그래프로 판단하고 개선해요.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권한(역할)에 따라 보이는 메뉴·데이터가 달라져요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AI 비서는 조회는 즉시·중요 처리는 확인 후, 권한이 있는 일만 실행해요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학생 ‘수업 입장 안 됨’ 문의의 대부분은 브라우저·카메라/마이크 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칭찬 포인트 → 학생 총포인트 → 상점·기프티콘, 정책·보상 구성은 관리자 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운영은 화려한 기능이 아니라 ‘매일의 작은 확인’에서 나옵니다. 지표를 챙기고, 이탈을 미리 막고, 규정을 명확히 안내하세요. AI 운영비서와 리텐션 센터가 그 일을 함께 도와드립니다. 궁금한 점은 언제든 고객센터로 — 안정적으로 성장하는 학원을 응원합니다! 🍊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