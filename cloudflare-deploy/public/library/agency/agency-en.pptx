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2" r:id="rId33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E11D48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(10k KRW)</c:v>
                </c:pt>
                <c:pt idx="1">
                  <c:v>Enrolled</c:v>
                </c:pt>
                <c:pt idx="2">
                  <c:v>Attendance 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180</c:v>
                </c:pt>
                <c:pt idx="2">
                  <c:v>93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E11D48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162</c:v>
                </c:pt>
                <c:pt idx="4">
                  <c:v>171</c:v>
                </c:pt>
                <c:pt idx="5">
                  <c:v>180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Safe</c:v>
                </c:pt>
                <c:pt idx="1">
                  <c:v>Watch</c:v>
                </c:pt>
                <c:pt idx="2">
                  <c:v>At risk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20</c:v>
                </c:pt>
                <c:pt idx="2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E12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🤝 AGENCY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Agency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From enrollment to lessons and settlement,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Agency (franchise) operators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11D48"/>
                </a:solidFill>
                <a:latin typeface="Malgun Gothic"/>
              </a:rPr>
              <a:t>What is the Agency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agency page is where you directly manage your agency's students, lessons, payments and settlement. From recruiting and counseling to enrollment, lesson assignment, collection, parent communication and receiving settlement — everything you need to run an agency is here. On login, only 'my agency' data shows, so you can focus on your students.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My-agency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students/revenue.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🧑‍🎓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Recruit·enroll·manage students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From counseling to enrollment and lesson assignment.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Collection·settlement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Payments/overdue and receiving branch→agency settlement.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Learning status·reports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Your students' learning at a glance.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Your Agency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Agency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agency's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an agency account shows only 'my agency' menus and data. Other agencies or branch-wide data isn't visible, so you can focus on managing your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(social login also works).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(agency)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agency's student/revenue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Agency operations also start from 'My Page.' After logging in, press the 📊 'Admin' button in the My Page menu to enter the agency-scope admin (operations) dashboard, where you manage students, revenue, lessons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agency revenue, enrollment and today's lessons.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(agency).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agency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go My Page → Admin dashboard to check your agency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Agency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students·revenue·today's lessons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agency's enrollment, revenue and today's lessons are organized as cards. Find features fast with the search 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agency)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(students, accounting, content, etc.).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the live (LIVE) lesson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Numbers are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morning metrics check quickly tells you your academy's status.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helps you look up and handle things within your agency scope. Especially handy during busy counseling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today's revenue?'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or opens a screen. e.g. 'Open student management.'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Voice is much faster than clicking.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permitted actions are handled, safely.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Can't find a button? Just say 'open ○○'.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Recruit·Enroll·Manage 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From counseling to 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counseling, enroll students, and manage enrolled students' attendance, grades and history. This is your agency's core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the roster/history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attendance/reviews/points/chat history by student.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and care for students who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Raising the counsel→enroll conversion is key to growth.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Keeping thorough counseling notes greatly helps re-counseling and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Parent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Guide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Guide parents to My Page so they can check their child's learning themselves. It reduces inquiries and raises satisfaction and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the My Page link with 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Parents check attendance/reviews/payments/reports with the child's student ID.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growth with the monthly report (print/PDF).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Parent satisfaction leads to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Advise managing the student ID like a password.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Reading the review together periodically builds parent trust.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Booking·Assignment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Schedule and teacher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Assign a student's lesson type, time and teacher, and manage booking status. Handle postpone/change requests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Assign lesson type, teacher and time in Booking.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empty slots/overlaps and adjust.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Handle students' postpone/change requests per policy.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Assign popular slots in advance.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Announcing the postpone cutoff reduces no-shows.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Pre-registering each teacher's available times speeds up assignment.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Payments·overdue·refunds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Process your agency's payments, overdue and refunds. Amounts auto-calculate by policy, and overdue is managed with alerts.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Process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Notify overdue via alert-talk/SMS.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Automate overdue alerts to raise collection.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Reviewing collection status regularly stabilizes revenue.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Student Learning·Reports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Progress·performance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your students' attendance, reviews and learning progress, and review performance with reports. Use it for parent counseling and re-enrollment persuasion.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student's attendance·reviews·progress.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Summarize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reports in parent counseling.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Showing data builds parent trust.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high-performing students to reviews/referrals.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Showing performance with a report before re-enrollment makes persuasion easier.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Agency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Receive 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settlement coming from the branch to your agency. Revenue and commissions are auto-calculated down the org tree, so you can see your share transparently.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branch→agency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 the revenue/commission calculation details.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(PDF) the settlement report to keep.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by the org tree.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Ask the branch/HQ to confirm any off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Viewing revenue and settlement together clarifies your agency's profit 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Prevent Churn (care for students)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Spot at-risk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students likely to quit early and care for them. Quickly caring for students with frequent absences or dropping performance raises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churn-risk signals (absences·performance drop).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Intervene on at-risk students with counseling/alert-talk.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family/referral relationships too.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Care before re-enrollment season is especially important.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Caring first for frequently-absent 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New Counseling·Recruiting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Intake·conversion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counseling/inquiries and convert to enrollment. Recruiting is the starting point of agency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counseling/inquiries.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Record the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Drive enrollment with trial lessons·level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Fast response raises conversion.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Make the trial→enroll flow smooth.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Following up after counseling raises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Support·Help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branch·HQ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branch/HQ support.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branch/HQ.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'can't enter' tickets, check browser/permission first.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Compiling common inquiries and fixes speeds up counseling.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agency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agency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agency's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📋 Agency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When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Every morning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Recruit·enroll·history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Grow enrollment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Parent comm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Guide My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Enroll·re-enroll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Satisfaction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Booking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Schedule·teacher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Assigning lessons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Smooth flow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Stable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Learning performance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Counsel·re-enroll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Persuasion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 branch→agency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Care for at-risk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Trend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Churn-risk Distribution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(agency), only your agency's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Can I see other agencies'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agency's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grow enrollment?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Fast counseling response, a smooth trial→enroll flow, and persuading parents with learning reports are key.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check settlement?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Branch→agency settlement (received) is auto-calculated by the org tree; check it in the monthly report.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A student seems about to quit.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Watch churn-risk signals (absences·performance drop) and intervene quickly with counseling/alert-talk.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✅ Agency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take and respond to new counseling/inquiries?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and notify overdue items?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guide parents to the report/My Page?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this month's settlement (received)?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follow up on trial→enroll?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11D48"/>
                </a:solidFill>
                <a:latin typeface="Malgun Gothic"/>
              </a:rPr>
              <a:t>🏁 Conclusion · A Practical Guide to Agency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The core of agency operations is the virtuous cycle of 'recruit → enroll → satisfy → re-enroll.' Respond to counseling fast, show learning results with data, and prevent churn early — and your agency grows steadily. Keep this rhythm and operations feel solid.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dashboard; check live-lesson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Respond to new counseling·convert; notify overdue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Class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lesson assignment/progress; guide 'entry' tickets to browser/permission 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Care for at-risk students; parent reports·counseling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branch→agency settlement; re-enroll·follow-up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Respond fast — the faster you handle counseling/inquiries, the higher conversion.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Persuade with data — showing results via learning reports makes re-enrollment easy.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first for frequently-absent students.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Communicate with parents — build trust with My Page and reports.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Follow up — following up after counseling completes enrollment.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agency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'can't enter class' tickets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Growth rhythm: 'Recruit → Enroll → Satisfy → Re-enroll'!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An agency's strength comes from 'the care you give each student.' Respond quickly, show results, and prevent churn early. Your branch and HQ back you up solidly. Questions? Contact support anytime — cheering on your thriving agency!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9E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Introduction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Agency Login &amp; Permissions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👤 My Page &amp; Admin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Agency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Using the AI Assistant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Recruit·Enroll·Manage St…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👨‍👩‍👧 Parent Communication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📅 Booking·Assignment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Payments·Collection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📈 Student Learning·Reports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Agency Settlement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Prevent Churn (care for st…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💬 New Counseling·Recruiting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Support·Help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Korea·Philippines Dual Clo…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Chinese Pronunciation Coa…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In-class Praise Points (un…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Notice Studio (Poster + Po…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Command the AI Operations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Agency Features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Data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Frequently Asked Questions (…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Agency Operations Checklist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1100">
                <a:solidFill>
                  <a:srgbClr val="334155"/>
                </a:solidFill>
                <a:latin typeface="Malgun Gothic"/>
              </a:rPr>
              <a:t>Conclusion · A Practical Gui…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