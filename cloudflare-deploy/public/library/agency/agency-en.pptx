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E11D48"/>
              </a:solidFill>
            </c:spPr>
          </c:dPt>
          <c:dPt>
            <c:idx val="1"/>
            <c:spPr>
              <a:solidFill>
                <a:srgbClr val="F59E0B"/>
              </a:solidFill>
            </c:spPr>
          </c:dPt>
          <c:dPt>
            <c:idx val="2"/>
            <c:spPr>
              <a:solidFill>
                <a:srgbClr val="0EA5E9"/>
              </a:solidFill>
            </c:spPr>
          </c:dPt>
          <c:cat>
            <c:strRef>
              <c:f>Sheet1!$A$2:$A$4</c:f>
              <c:strCache>
                <c:ptCount val="3"/>
                <c:pt idx="0">
                  <c:v>Revenue (10k KRW)</c:v>
                </c:pt>
                <c:pt idx="1">
                  <c:v>Enrolled</c:v>
                </c:pt>
                <c:pt idx="2">
                  <c:v>Attendance (%)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46</c:v>
                </c:pt>
                <c:pt idx="1">
                  <c:v>180</c:v>
                </c:pt>
                <c:pt idx="2">
                  <c:v>93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spPr>
            <a:solidFill>
              <a:srgbClr val="E11D48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120</c:v>
                </c:pt>
                <c:pt idx="1">
                  <c:v>135</c:v>
                </c:pt>
                <c:pt idx="2">
                  <c:v>150</c:v>
                </c:pt>
                <c:pt idx="3">
                  <c:v>162</c:v>
                </c:pt>
                <c:pt idx="4">
                  <c:v>171</c:v>
                </c:pt>
                <c:pt idx="5">
                  <c:v>180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10B981"/>
              </a:solidFill>
            </c:spPr>
          </c:dPt>
          <c:dPt>
            <c:idx val="1"/>
            <c:spPr>
              <a:solidFill>
                <a:srgbClr val="F59E0B"/>
              </a:solidFill>
            </c:spPr>
          </c:dPt>
          <c:dPt>
            <c:idx val="2"/>
            <c:spPr>
              <a:solidFill>
                <a:srgbClr val="EF4444"/>
              </a:solidFill>
            </c:spPr>
          </c:dPt>
          <c:cat>
            <c:strRef>
              <c:f>Sheet1!$A$2:$A$4</c:f>
              <c:strCache>
                <c:ptCount val="3"/>
                <c:pt idx="0">
                  <c:v>Safe</c:v>
                </c:pt>
                <c:pt idx="1">
                  <c:v>Watch</c:v>
                </c:pt>
                <c:pt idx="2">
                  <c:v>At risk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72</c:v>
                </c:pt>
                <c:pt idx="1">
                  <c:v>20</c:v>
                </c:pt>
                <c:pt idx="2">
                  <c:v>8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E12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11D48"/>
                </a:solidFill>
                <a:latin typeface="Malgun Gothic"/>
              </a:rPr>
              <a:t>🤝 AGENCY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Mangoi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Agency User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From enrollment to lessons and settlement, in one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For · Agency (franchise) operators   |   test.mangoi.co.kr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Introduction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11D48"/>
                </a:solidFill>
                <a:latin typeface="Malgun Gothic"/>
              </a:rPr>
              <a:t>What is the Agency Admin Page?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The agency page is where you directly manage your agency's students, lessons, payments and settlement. From recruiting and counseling to enrollment, lesson assignment, collection, parent communication and receiving settlement — everything you need to run an agency is here. On login, only 'my agency' data shows, so you can focus on your students.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E11D48"/>
                </a:solidFill>
                <a:latin typeface="Malgun Gothic"/>
              </a:rPr>
              <a:t>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My-agency scope, automatic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Just log in and see only your students/revenue.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E11D48"/>
                </a:solidFill>
                <a:latin typeface="Malgun Gothic"/>
              </a:rPr>
              <a:t>🧑‍🎓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Recruit·enroll·manage students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From counseling to enrollment and lesson assignment.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E11D48"/>
                </a:solidFill>
                <a:latin typeface="Malgun Gothic"/>
              </a:rPr>
              <a:t>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Collection·settlement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Payments/overdue and receiving branch→agency settlement.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E11D48"/>
                </a:solidFill>
                <a:latin typeface="Malgun Gothic"/>
              </a:rPr>
              <a:t>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Learning status·reports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Your students' learning at a glance.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11D48"/>
                </a:solidFill>
                <a:latin typeface="Malgun Gothic"/>
              </a:rPr>
              <a:t>Your Agency Metrics (example)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dmin_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🔐 Agency Login &amp; Permissions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Only my agency's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Logging in with an agency account shows only 'my agency' menus and data. Other agencies or branch-wide data isn't visible, so you can focus on managing your students.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Log in with ID and password (social login also works).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login, menus/data for your role (agency) are applied automatically.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Forgot your password? Reset via 'Find password'.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Only your agency's student/revenue data shows.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Turn on 'Save ID' only on your own trusted PC.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On shared PCs, turn off auto-login and log out when done.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👤 My Page &amp; Admin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Open the management screen from My Page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Agency operations also start from 'My Page.' After logging in, press the 📊 'Admin' button in the My Page menu to enter the agency-scope admin (operations) dashboard, where you manage students, revenue, lessons and settlement.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After logging in, open '👤 My Page'.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Press the 📊 'Admin' button in the My Page menu. (goes to the admin dashboard)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the admin dashboard, check your agency revenue, enrollment and today's lessons.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My Page also has postpone/change, new inquiry, all-menu, pre-check and more.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If text looks English, use the EN button to switch language.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One 'Admin' button takes you straight to the operations dashboard.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All dashboard data is auto-totaled to 'your agency scope'.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Menus and data are set automatically by your role (agency).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My Page and the admin dashboard open only within the logged-in agency account's permission scope.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Each day, go My Page → Admin dashboard to check your agency metrics.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700458"/>
            <a:ext cx="2761488" cy="4512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ypage_men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755322"/>
            <a:ext cx="2651760" cy="34151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9134856" y="2042541"/>
            <a:ext cx="2761488" cy="176707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dmin_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097405"/>
            <a:ext cx="2651760" cy="16573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🏠 Agency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Your students·revenue·today's lessons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On login, your agency's enrollment, revenue and today's lessons are organized as cards. Find features fast with the search box.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today's revenue, enrollment and attendance (your agency) at the top.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Tap features from the category cards (students, accounting, content, etc.).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Type a word in the feature search box to jump right there.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the live (LIVE) lesson status.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Numbers are auto-totaled to 'your agency scope'.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If a feature is hard to find, search is fastest.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A morning metrics check quickly tells you your academy's status.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Using the AI Assistant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Look up/act by voice or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Speak or type into the search/mic and the AI helps you look up and handle things within your agency scope. Especially handy during busy counseling hours.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Speak or type into the center search/mic. e.g. 'How's today's revenue?'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AI looks up or opens a screen. e.g. 'Open student management.'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Important actions are confirmed with 'Shall I?' first.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Voice is much faster than clicking.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Only permitted actions are handled, safely.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Can't find a button? Just say 'open ○○'.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🧑‍🎓 Recruit·Enroll·Manage Students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From counseling to enrollment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Take new counseling, enroll students, and manage enrolled students' attendance, grades and history. This is your agency's core work.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Take new counseling and convert to enrollment.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Manage the roster/history in Students/Parents.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attendance/reviews/points/chat history by student.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Flag and care for students who need attention.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student list is linked to real member data.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Raising the counsel→enroll conversion is key to growth.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Keeping thorough counseling notes greatly helps re-counseling and conversion.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👨‍👩‍👧 Parent Communication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Guide My Page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Guide parents to My Page so they can check their child's learning themselves. It reduces inquiries and raises satisfaction and re-enrollment.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Share the My Page link with parents.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Parents check attendance/reviews/payments/reports with the child's student ID.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Share growth with the monthly report (print/PDF).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Parent satisfaction leads to re-enrollment.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Advise managing the student ID like a password.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Reading the review together periodically builds parent trust.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par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📅 Booking·Assignment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Schedule and teacher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Assign a student's lesson type, time and teacher, and manage booking status. Handle postpone/change requests too.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Assign lesson type, teacher and time in Booking.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empty slots/overlaps and adjust.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Handle students' postpone/change requests per policy.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Assign popular slots in advance.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Announcing the postpone cutoff reduces no-shows.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Pre-registering each teacher's available times speeds up assignment.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boo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Payments·Collection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Payments·overdue·refunds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Process your agency's payments, overdue and refunds. Amounts auto-calculate by policy, and overdue is managed with alerts.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Process payments/overdue/refunds in Accounting/Points.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Notify overdue via alert-talk/SMS.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Amounts are auto-calculated per the refund 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Automate overdue alerts to raise collection.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Discounted-payment refunds recalc at list price.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Reviewing collection status regularly stabilizes revenue.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📈 Student Learning·Reports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Progress·performance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Check your students' attendance, reviews and learning progress, and review performance with reports. Use it for parent counseling and re-enrollment persuasion.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each student's attendance·reviews·progress.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Summarize performance with the monthly report.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Use reports in parent counseling.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Showing data builds parent trust.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Link high-performing students to reviews/referrals.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Showing performance with a report before re-enrollment makes persuasion easier.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par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🌳 Agency Settlement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Receive branch→agency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Check the settlement coming from the branch to your agency. Revenue and commissions are auto-calculated down the org tree, so you can see your share transparently.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branch→agency settlement (received) by month.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Review the revenue/commission calculation details.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Save (PDF) the settlement report to keep.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Settlement is auto-calculated by the org tree.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Ask the branch/HQ to confirm any off items.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Viewing revenue and settlement together clarifies your agency's profit structure.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🧲 Prevent Churn (care for students)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Spot at-risk early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Find students likely to quit early and care for them. Quickly caring for students with frequent absences or dropping performance raises re-enrollment.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churn-risk signals (absences·performance drop).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Intervene on at-risk students with counseling/alert-talk.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Manage family/referral relationships too.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Intervening early raises retention.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Care before re-enrollment season is especially important.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Caring first for frequently-absent students noticeably cuts churn.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💬 New Counseling·Recruiting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Intake·conversion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Take new counseling/inquiries and convert to enrollment. Recruiting is the starting point of agency growth.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Take new counseling/inquiries.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Record the counseling and convert to enrollment.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Drive enrollment with trial lessons·level tests.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Fast response raises conversion.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Make the trial→enroll flow smooth.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Following up after counseling raises conversion.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🎧 Support·Help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Get branch·HQ support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If a problem comes up in operations, contact branch/HQ support. System/settlement/policy questions get resolved quickly.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Use phone, email, Kakao and remote support in Support.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Route settlement/policy questions to the branch/HQ.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Note the fix for repeat issues.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System issues resolve fast with remote support.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For 'can't enter' tickets, check browser/permission first.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Compiling common inquiries and fixes speeds up counseling.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Korea·Philippines Dual Clock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Two countries' time on screen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A clock on screen shows 🇰🇷 Korea and 🇵🇭 Philippines time together. It lets you check the time difference instantly when coordinating lessons between Philippine teachers and Korean students.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the on-screen dual clock, see 🇰🇷 Korea and 🇵🇭 Philippines time at once.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Drag the clock to move it anywhere you like.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Tap (click) the clock to go to the home 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Philippines is 1 hour behind Korea (−1 hour).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You can check booking/entry times in both countries' 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When a lesson time is confusing due to the time difference, this clock clears it up instantly.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Chinese Pronunciation Coach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Darakwon Chinese Master Lv1–20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Mangoi offers not only English but also a Chinese course. With a Darakwon Chinese Master (Lv 1–20) pronunciation coach (characters+pinyin, AI voice recognition, native comparison), you can attract and manage students who want Chinese.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 the AI voice coach, pick the CN Chinese level (or go to the Chinese pronunciation coach).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Choose a Master series (1–6, HSK 1–6) and a unit.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Read the sentence (characters + pinyin) and compare with 'Play native audio'.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Practice hard sounds/tones with repeat and slow (0.85x).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Characters and pinyin appear together, so it's easy to read.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AI recognizes your voice and compares it to a native speaker.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learning games hub supports Chinese too.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Listen slowly and repeat clearly to nail the four tones.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In-class Praise Points (understand &amp; use)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Linked to motivation·re-enrollment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During class the teacher gives 🌟 praise points (+1P) to students on the spot, and an end-of-class rating (+10P) adds up into the student's total points. Points lead to shop/gift rewards, helping motivation and re-enrollment. Your agency understands and uses this flow for performance.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teacher gives +1P via the 🌟 praise button on a student's video during class.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It accrues live in the student's 🧺 point basket and sums into their total.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 post-class star rating gives the student an extra +10P.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Points connect to shop/roulette/gift rewards.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Instant rewards boost participation and re-enrollment.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Use your agency students' points/reward response as a performance signal.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Teachers give praise points; HQ (admin) configures the shop/reward/gift policy.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Classes (teachers) where praise points flow well tend to have higher re-enrollment.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Feature Summary ·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11D48"/>
                </a:solidFill>
                <a:latin typeface="Malgun Gothic"/>
              </a:rPr>
              <a:t>📋 Agency Features at a Glance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6017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Feature</a:t>
                      </a:r>
                    </a:p>
                  </a:txBody>
                  <a:tcPr>
                    <a:solidFill>
                      <a:srgbClr val="E11D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What it does</a:t>
                      </a:r>
                    </a:p>
                  </a:txBody>
                  <a:tcPr>
                    <a:solidFill>
                      <a:srgbClr val="E11D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When</a:t>
                      </a:r>
                    </a:p>
                  </a:txBody>
                  <a:tcPr>
                    <a:solidFill>
                      <a:srgbClr val="E11D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Core benefit</a:t>
                      </a:r>
                    </a:p>
                  </a:txBody>
                  <a:tcPr>
                    <a:solidFill>
                      <a:srgbClr val="E11D4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Dashboard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Revenue·enrollment·today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Every morning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Quick 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Student mgmt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Recruit·enroll·history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Always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Grow enrollment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Parent comm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Guide My Page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Enroll·re-enroll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Satisfaction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Booking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Schedule·teacher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Assigning lessons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Smooth flow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Payments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Payments·overdue·refunds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Collection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Stable revenue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Reports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Learning performance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Counsel·re-enroll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Persuasion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Settlement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Receive branch→agency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Monthly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Transparent profit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Retention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Care for at-risk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Always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Retention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Data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11D48"/>
                </a:solidFill>
                <a:latin typeface="Malgun Gothic"/>
              </a:rPr>
              <a:t>📊 Data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Enrollment Trend (example)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Churn-risk Distribution (example)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Frequently Asked Questions (FAQ)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11D48"/>
                </a:solidFill>
                <a:latin typeface="Malgun Gothic"/>
              </a:rPr>
              <a:t>❓ Frequently Asked Questions (FAQ)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Q. Where do I log 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Log in at admin.mangoi.co.kr. By role (agency), only your agency's data shows automatically.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Q. Can I see other agencies' data?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No. By permission scope, only your agency's data is visible.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Q. How do I grow enrollment?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Fast counseling response, a smooth trial→enroll flow, and persuading parents with learning reports are key.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Q. How do I check settlement?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Branch→agency settlement (received) is auto-calculated by the org tree; check it in the monthly report.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Q. A student seems about to quit.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Watch churn-risk signals (absences·performance drop) and intervene quickly with counseling/alert-talk.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11D48"/>
                </a:solidFill>
                <a:latin typeface="Malgun Gothic"/>
              </a:rPr>
              <a:t>✅ Agency Operations Checklist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check today's revenue/enrollment/attendance?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take and respond to new counseling/inquiries?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check and notify overdue items?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care for at-risk students?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guide parents to the report/My Page?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check this month's settlement (received)?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follow up on trial→enroll?</a:t>
            </a:r>
          </a:p>
        </p:txBody>
      </p:sp>
      <p:pic>
        <p:nvPicPr>
          <p:cNvPr id="21" name="Picture 20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E11D48"/>
                </a:solidFill>
                <a:latin typeface="Malgun Gothic"/>
              </a:rPr>
              <a:t>🏁 Conclusion · A Practical Guide to Agency Growth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The core of agency operations is the virtuous cycle of 'recruit → enroll → satisfy → re-enroll.' Respond to counseling fast, show learning results with data, and prevent churn early — and your agency grows steadily. Keep this rhythm and operations feel solid.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🔄 The Flow at a Glance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Morning (5 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Check revenue/enrollment/attendance on the dashboard; check live-lesson status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Late morning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Respond to new counseling·convert; notify overdue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Class hours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Check lesson assignment/progress; guide 'entry' tickets to browser/permission first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Afternoon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Care for at-risk students; parent reports·counseling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Monthly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Check branch→agency settlement; re-enroll·follow-up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⭐ Key Principles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Respond fast — the faster you handle counseling/inquiries, the higher conversion.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Persuade with data — showing results via learning reports makes re-enrollment easy.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Intervene on churn early — care first for frequently-absent students.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Communicate with parents — build trust with My Page and reports.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Follow up — following up after counseling completes enrollment.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📌 Remember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0EA5E9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Log in at admin.mangoi.co.kr; data is auto-limited to your agency scope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0EA5E9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Settlement is auto-calculated by the branch→agency tree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0EA5E9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Most 'can't enter class' tickets are browser/permission issues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0EA5E9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Growth rhythm: 'Recruit → Enroll → Satisfy → Re-enroll'!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An agency's strength comes from 'the care you give each student.' Respond quickly, show results, and prevent churn early. Your branch and HQ back you up solidly. Questions? Contact support anytime — cheering on your thriving agency! 🍊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9E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Let's grow together with Mangoi!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Questions? Ask the on-site A.i assistant or contact customer support.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test.mangoi.co.kr    📞 1588-0000    ✉ support@mangoi.co.kr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