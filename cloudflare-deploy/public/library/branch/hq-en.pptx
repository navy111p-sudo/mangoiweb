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2" r:id="rId33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(M KRW)</c:v>
                </c:pt>
                <c:pt idx="1">
                  <c:v>Enrolled</c:v>
                </c:pt>
                <c:pt idx="2">
                  <c:v>Sub-agencies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Gangnam</c:v>
                </c:pt>
                <c:pt idx="1">
                  <c:v>Bundang</c:v>
                </c:pt>
                <c:pt idx="2">
                  <c:v>Ilsan</c:v>
                </c:pt>
                <c:pt idx="3">
                  <c:v>Suwon</c:v>
                </c:pt>
                <c:pt idx="4">
                  <c:v>Incheon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HQ fee</c:v>
                </c:pt>
                <c:pt idx="1">
                  <c:v>Branch share</c:v>
                </c:pt>
                <c:pt idx="2">
                  <c:v>Agency distribution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Branch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Sub-agencies, settlement &amp; performance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Regional branch operators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What is the Branch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branch page is where you manage your branch and its sub-agencies with authority delegated by HQ. When you log in, only 'my branch' data (revenue, enrollment, attendance, settlement) is shown automatically. You see your sub-agencies' performance at a glance and process the settlement that flows HQ ↔ branch ↔ agency. The layout is the same as the admin page — only the scope differs.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My-branch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branch's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Manage sub-agencies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Agency list, performance and recruiting in one place.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HQ→branch→agency 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Receipt/distribution auto-calculated by the tree.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Performance 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Branch/agency performance in a monthly report.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Your Branch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Branch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branch's data shows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 branch account shows only 'my branch' menus and data. HQ-wide or other branches' data isn't visible, so you can focus on your branch with peace of mind.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(Kakao, Naver, Google also work).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(branch)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You can split permission scope among staff.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branch and sub-agency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always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Branch operations start from 'My Page.' After logging in, press the 📊 'Admin' button in the My Page menu to enter the branch-scope admin (operations) dashboard, where you manage revenue, enrollment, agencies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branch revenue, enrollment, attendance and sub-agencies.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(branch).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branch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spend 5 minutes: My Page → Admin dashboard → check branch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Branch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branch status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branch's revenue, enrollment and attendance plus sub-agency status are organized as cards. Type a word in the top search box to jump right to a feature.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branch total)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(agencies, teachers, accounting, students, content).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insight summarizes your branch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numbers are auto-totaled to 'your branch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5-minute morning check of branch metrics catches warning signs early.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looks up numbers or opens screens within your branch scope. Important actions are confirmed first, and it only does what you're permitted.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the branch revenue this month?'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numbers or opens a screen. e.g. 'Open the agency list.'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assistant only executes what you're permitted.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When busy, voice is much faster.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Results are limited to your branch scope.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say 'show me/open ○○' to jump to the screen you want.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Manage Sub-agencies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List, performance, recruiting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Manage the agencies under your branch as a list and compare each agency's enrollment, revenue and performance. Recruiting and onboarding new agencies is handled here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agency's enrollment, revenue and activity in the agency list.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strong/weak agencies to set support priorities.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new-agency recruiting/onboarding 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Set goals/incentives per agency if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agencies with big performance gaps to coaching/support.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Share top agencies' methods with the others.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Agency data is also managed by each agency's own login; the branch sees the whole picture.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Sharing a monthly performance report at month-start boosts partner motivation.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Branch Settlement (receive &amp; distribute)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HQ→branch→agency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Receive the settlement coming from HQ to your branch and check the amount distributed from the branch to sub-agencies. Revenue and commissions are auto-calculated down the org tree.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HQ→branch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Branch→agency distribution is auto-calculated by the tree.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Review/save the settlement in a monthly report (PDF).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an item looks off, look up the details to confirm.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down the org tree (HQ·branch·agency).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Distributing the settlement report early builds agency trust.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Announcing settlement terms (rate·timing) to agencies in advance reduces disputes.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Student · Parent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enrollment·attendance·grades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status of students in your branch (enrollment, attendance, grades). View by agency or as a branch total.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enrolled students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attendance/grades by agency and overall.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students/agencies that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At-risk students link to the Retention Center.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Find agencies whose attendance/enrollment is dipping and support them quickly.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Payments·Overdue·Refunds (branch)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Branch-scope accounting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payments, overdue and refunds in your branch scope and review amounts auto-calculated by policy. Also see collection status by agency.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branch-scope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collection rate by agency.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Strengthen alerts/support for agencies with high overdue.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Advise agencies with low collection to automate reminders.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Branch Retention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Churn risk·contagion·coaching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at-risk students across your branch/agencies early and prevent chain churn through family/referral. It ties into agency and teacher coaching.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Find at-risk students/agencies with the churn-risk graph.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Prevent chain churn with the contagion network.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Link high-risk spots to alert-talk/counseling/coaching.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Compare churn patterns by agency to support them.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Just caring weekly for the top at-risk agencies/students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Monthly Report·Performance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Branch·agency 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Summarize your branch and sub-agencies' performance in a monthly report. See revenue, enrollment, attendance and settlement at a glance and save/print to share.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branch/agency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Compare metrics (revenue·enrollment·attendance·settlement) vs prior month/year.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the report as print/PDF to share.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insight helps summarize performance.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report also works as agency motivation material.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Making monthly report sharing routine keeps branch operations transparent.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Agency Support·Training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Onboarding·ops coaching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Support sub-agencies to operate well with onboarding and ops coaching. Guide the user guide/FAQ/support channels and share best practices.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Guide new agencies to the user guide·ops guide.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Organize frequent questions into an FAQ and distribute.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top-agency cases to level everyone 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Early onboarding largely decides an agency's success.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repeat questions into FAQ to cut support 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Quarterly agency meetings help review performance and pain points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Support·Inquiries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HQ support channels.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HQ contact.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Inquiries within business hours are faster.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Compile common inquiries and fixes and share them with agencies too.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branch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branch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Notice Studio (Poster + Popup)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Design notice/event posters and push them as app popups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This merges the old ‘Poster Maker’ and ‘Popup Notice’ tools into one place. In the ①Create tab you design a notice/event poster, then hand it straight to the ②Publish·Popup tab to show it as a popup in your branch's student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Go to the admin menu Notification Center → 📢 Notice Studio.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①Create tab, design a poster with text, images, and video (resize · save on server · reuse).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‘📢 Publish as popup’ on the finished poster to auto-switch to the ②Publish·Popup tab.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publish tab, set the display period / stop and publish it as a student-app popup.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 creation and popup publishing flow through one screen, two tabs — no more confusion.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Posters you make can be saved and reused.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Whichever route you enter from — AI assistant or sidebar search — the correct tab opens.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Existing posters/popups are preserved (it was only merged, nothing was deleted).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Promoting an event takes just one flow: ‘Create → Publish as popup’ right away.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Command the AI Operations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Navigate with one phrase: “Take me to ○○”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Type what you want to do into the top search bar (or the bottom-right AI assistant) in plain language, and the AI understands and jumps straight to that screen. It now reliably follows navigation commands like ‘Take me to teacher ○○'s schedule’ or ‘Open auto-scheduling’.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command in the top search bar or speak with the 🎤 mic.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“Take me to teacher Kim Minji's schedule” → auto-finds that teacher in the weekly schedule and opens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“Open auto-scheduling,” “Go to settlement” to navigate menus.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‘Go now →’ on the AI response card to move to that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Navigation commands actually navigate — far fewer ‘explain only, do nothing’ replies.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Searching a schedule by teacher name auto-fills the search box + filters + scrolls.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data/statistics questions it also helps with card-style answers.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Commands that actually change things — ‘register · send · modify’ — ask for one more confirmation (a safety guard).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you can't recall a menu name, just say what you want to do — it finds its way there.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Share Library Links via KakaoTalk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Send videos &amp; docs in original quality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Every guide and video in the library now has a '💬 Copy KakaoTalk link' button. Attaching a file to KakaoTalk crushes the quality, but sending a link plays the original as-is. One tap copies the link — guiding parents and teachers gets much easier.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admin Library, press 💬 Copy KakaoTalk link next to the file.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Paste it into the KakaoTalk chat room.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Recipients tap the link to watch or download in original quality.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videos, link sharing = original quality; file attachments degrade it.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Works the same for PDFs, PPTs, and videos anywhere in the library.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Anyone with the link can open it. For internal-only material, check who you share with.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In a parents' group chat, one video-guide link does all the explaining.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Branch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Scope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Revenue·enrollment·attendance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My branch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Agency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List·performance·recruiting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Sub-agencies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Level 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Branch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Receive·distribute auto-calc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HQ↔branch↔agency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Accurate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Students·parents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Enrollment·attendance·grades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prevention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Accounting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Healthy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Churn risk·contagion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Monthly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Branch·agency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by Agency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Settlement Split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(branch), only your branch's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Can I see other branches'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branch and sub-agency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How is settlement calculated?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Revenue/commissions are auto-calculated down the org tree (HQ→branch→agency). Check the monthly report.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An agency is underperforming.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Find causes via retention/accounting/reports and support with onboarding/coaching/incentives; sharing best cases helps.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A system problem occurred.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Contact HQ support (phone·email·Kakao·remote) for a quick fix.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Branch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branch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spot and support underperforming agencies?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review this month's settlement (receive·distribute)?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overdue/refund items?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students/agencies?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onboard new agencies?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share the monthly report?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Conclusion · A Practical Guide to Branch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A branch is the bridge between HQ and agencies. Watch your branch metrics, support your agencies to grow, and process settlement transparently — and the whole branch grows together. Keep this rhythm and operations get far more 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branch dashboard; read the AI insight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Review performance/collection by agency; check overdue/refunds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Support/coach underperforming agencies; care for at-risk students (retention)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Weekly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Onboard new agencies; share best practices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Check/distribute HQ→branch→agency settlement; share the monthly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Metrics, 5 minutes each morning — catch branch/agency signals early.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Agencies as partners — close performance gaps with coaching/support.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Transparent settlement — announcing terms upfront builds trust.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for at-risk agencies/students first.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Spread best practices — share top agencies' methods branch-wide.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branch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HQ→branch→agency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field inquiries like 'can't enter'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Ops rhythm: 'Check → Support → Settle → Report'!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 good branch is one that helps its agencies thrive. Read the situation with metrics, support your partners, and keep settlement transparent — and branch and agencies grow together. Questions? Contact HQ support anytime — cheering on your solid branch operations!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Mangoi Branch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Introduction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🔐 Branch Login &amp; Permissions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👤 My Page &amp; Admin Dashboard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🏠 Branch Dashboard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Using the AI Assistant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🏬 Manage Sub-agencies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🌳 Branch Settlement (receive…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🧑‍🎓 Student · Parent Status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Payments·Overdue·Refunds (…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🧲 Branch Retention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📊 Monthly Report·Performance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🎓 Agency Support·Training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🎧 Support·Inquiries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Korea·Philippines Dual Clo…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Chinese Pronunciation Coa…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In-class Praise Points (un…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📢 Notice Studio (Poster + Po…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Command the AI Operations 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💬 Share Library Links via Ka…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Branch Features at a Glance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Data at a Glance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Frequently Asked Questions (…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Branch Operations Checklist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23  </a:t>
            </a:r>
            <a:r>
              <a:rPr sz="1100">
                <a:solidFill>
                  <a:srgbClr val="334155"/>
                </a:solidFill>
                <a:latin typeface="Malgun Gothic"/>
              </a:rPr>
              <a:t>Conclusion · A Practical Gui…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