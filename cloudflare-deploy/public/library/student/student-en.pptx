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a:t>
            </a:r>
          </a:p>
        </p:txBody>
      </p:sp>
      <p:sp>
        <p:nvSpPr>
          <p:cNvPr id="9" name="Rounded Rectangle 8"/>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Getting Started &amp; Home</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a:t>
            </a:r>
          </a:p>
        </p:txBody>
      </p:sp>
      <p:sp>
        <p:nvSpPr>
          <p:cNvPr id="13" name="Rounded Rectangle 12"/>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a Video Lesson</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a:t>
            </a:r>
          </a:p>
        </p:txBody>
      </p:sp>
      <p:sp>
        <p:nvSpPr>
          <p:cNvPr id="17" name="Rounded Rectangle 16"/>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Classroom at a Glance</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7</a:t>
            </a:r>
          </a:p>
        </p:txBody>
      </p:sp>
      <p:sp>
        <p:nvSpPr>
          <p:cNvPr id="21" name="Rounded Rectangle 20"/>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Switching the 6 Top Tabs</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8</a:t>
            </a:r>
          </a:p>
        </p:txBody>
      </p:sp>
      <p:sp>
        <p:nvSpPr>
          <p:cNvPr id="25" name="Rounded Rectangle 24"/>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Board Tools, One by One</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9</a:t>
            </a:r>
          </a:p>
        </p:txBody>
      </p:sp>
      <p:sp>
        <p:nvSpPr>
          <p:cNvPr id="29" name="Rounded Rectangle 28"/>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Materials Tools (share PDF/photos)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10</a:t>
            </a:r>
          </a:p>
        </p:txBody>
      </p:sp>
      <p:sp>
        <p:nvSpPr>
          <p:cNvPr id="33" name="Rounded Rectangle 32"/>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Writing Tools (annotate on top)</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11</a:t>
            </a:r>
          </a:p>
        </p:txBody>
      </p:sp>
      <p:sp>
        <p:nvSpPr>
          <p:cNvPr id="37" name="Rounded Rectangle 36"/>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Watch Video Together</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12</a:t>
            </a:r>
          </a:p>
        </p:txBody>
      </p:sp>
      <p:sp>
        <p:nvSpPr>
          <p:cNvPr id="41" name="Rounded Rectangle 40"/>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Background &amp; Face Decorations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13</a:t>
            </a:r>
          </a:p>
        </p:txBody>
      </p:sp>
      <p:sp>
        <p:nvSpPr>
          <p:cNvPr id="45" name="Rounded Rectangle 44"/>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Resize &amp; Arrange the Screen</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14</a:t>
            </a:r>
          </a:p>
        </p:txBody>
      </p:sp>
      <p:sp>
        <p:nvSpPr>
          <p:cNvPr id="49" name="Rounded Rectangle 48"/>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Praise Points During Class</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15</a:t>
            </a:r>
          </a:p>
        </p:txBody>
      </p:sp>
      <p:sp>
        <p:nvSpPr>
          <p:cNvPr id="53" name="Rounded Rectangle 52"/>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Bottom Dock &amp; Praise Basket</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16</a:t>
            </a:r>
          </a:p>
        </p:txBody>
      </p:sp>
      <p:sp>
        <p:nvSpPr>
          <p:cNvPr id="57" name="Rounded Rectangle 56"/>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How to Join In During Class</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17</a:t>
            </a:r>
          </a:p>
        </p:txBody>
      </p:sp>
      <p:sp>
        <p:nvSpPr>
          <p:cNvPr id="61" name="Rounded Rectangle 60"/>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After Class — Review &amp; Rating</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18</a:t>
            </a:r>
          </a:p>
        </p:txBody>
      </p:sp>
      <p:sp>
        <p:nvSpPr>
          <p:cNvPr id="65" name="Rounded Rectangle 64"/>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Pre-class Device Check</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19</a:t>
            </a:r>
          </a:p>
        </p:txBody>
      </p:sp>
      <p:sp>
        <p:nvSpPr>
          <p:cNvPr id="69" name="Rounded Rectangle 68"/>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Warm Up with AI</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20</a:t>
            </a:r>
          </a:p>
        </p:txBody>
      </p:sp>
      <p:sp>
        <p:nvSpPr>
          <p:cNvPr id="73" name="Rounded Rectangle 72"/>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Pronunciation Coach</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21</a:t>
            </a:r>
          </a:p>
        </p:txBody>
      </p:sp>
      <p:sp>
        <p:nvSpPr>
          <p:cNvPr id="77" name="Rounded Rectangle 76"/>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Take a Level Test</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22</a:t>
            </a:r>
          </a:p>
        </p:txBody>
      </p:sp>
      <p:sp>
        <p:nvSpPr>
          <p:cNvPr id="81" name="Rounded Rectangle 80"/>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Level · Curriculum</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23</a:t>
            </a:r>
          </a:p>
        </p:txBody>
      </p:sp>
      <p:sp>
        <p:nvSpPr>
          <p:cNvPr id="85" name="Rounded Rectangle 84"/>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Learning Games Hub</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24</a:t>
            </a:r>
          </a:p>
        </p:txBody>
      </p:sp>
      <p:sp>
        <p:nvSpPr>
          <p:cNvPr id="89" name="Rounded Rectangle 88"/>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3D Battle</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25</a:t>
            </a:r>
          </a:p>
        </p:txBody>
      </p:sp>
      <p:sp>
        <p:nvSpPr>
          <p:cNvPr id="93" name="Rounded Rectangle 92"/>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Shooting · Mastery Games</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26</a:t>
            </a:r>
          </a:p>
        </p:txBody>
      </p:sp>
      <p:sp>
        <p:nvSpPr>
          <p:cNvPr id="97" name="Rounded Rectangle 96"/>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Word Fighter (zombies)</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27</a:t>
            </a:r>
          </a:p>
        </p:txBody>
      </p:sp>
      <p:sp>
        <p:nvSpPr>
          <p:cNvPr id="101" name="Rounded Rectangle 100"/>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Suspect Mystery</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28</a:t>
            </a:r>
          </a:p>
        </p:txBody>
      </p:sp>
      <p:sp>
        <p:nvSpPr>
          <p:cNvPr id="105" name="Rounded Rectangle 104"/>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Speaking Quiz</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29</a:t>
            </a:r>
          </a:p>
        </p:txBody>
      </p:sp>
      <p:sp>
        <p:nvSpPr>
          <p:cNvPr id="109" name="Rounded Rectangle 108"/>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Review Quiz</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30</a:t>
            </a:r>
          </a:p>
        </p:txBody>
      </p:sp>
      <p:sp>
        <p:nvSpPr>
          <p:cNvPr id="113" name="Rounded Rectangle 112"/>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Vocab</a:t>
            </a:r>
          </a:p>
        </p:txBody>
      </p:sp>
      <p:sp>
        <p:nvSpPr>
          <p:cNvPr id="116" name="TextBox 115"/>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Contents  (2/2)</a:t>
            </a:r>
          </a:p>
        </p:txBody>
      </p:sp>
      <p:sp>
        <p:nvSpPr>
          <p:cNvPr id="7" name="Rounded Rectangle 6"/>
          <p:cNvSpPr/>
          <p:nvPr/>
        </p:nvSpPr>
        <p:spPr>
          <a:xfrm>
            <a:off x="411480"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Friend (Mango)</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32</a:t>
            </a:r>
          </a:p>
        </p:txBody>
      </p:sp>
      <p:sp>
        <p:nvSpPr>
          <p:cNvPr id="11" name="Rounded Rectangle 10"/>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Writing</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33</a:t>
            </a:r>
          </a:p>
        </p:txBody>
      </p:sp>
      <p:sp>
        <p:nvSpPr>
          <p:cNvPr id="15" name="Rounded Rectangle 14"/>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Attendance Streak · Badges</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34</a:t>
            </a:r>
          </a:p>
        </p:txBody>
      </p:sp>
      <p:sp>
        <p:nvSpPr>
          <p:cNvPr id="19" name="Rounded Rectangle 18"/>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MBTI Style Test</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35</a:t>
            </a:r>
          </a:p>
        </p:txBody>
      </p:sp>
      <p:sp>
        <p:nvSpPr>
          <p:cNvPr id="23" name="Rounded Rectangle 22"/>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 a Lesson</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36</a:t>
            </a:r>
          </a:p>
        </p:txBody>
      </p:sp>
      <p:sp>
        <p:nvSpPr>
          <p:cNvPr id="27" name="Rounded Rectangle 26"/>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Postpone · Change a Lesson</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37</a:t>
            </a:r>
          </a:p>
        </p:txBody>
      </p:sp>
      <p:sp>
        <p:nvSpPr>
          <p:cNvPr id="31" name="Rounded Rectangle 30"/>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[Parents] See Your Child's Learning</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38</a:t>
            </a:r>
          </a:p>
        </p:txBody>
      </p:sp>
      <p:sp>
        <p:nvSpPr>
          <p:cNvPr id="35" name="Rounded Rectangle 34"/>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[Parents] Payment · Postpone · Refund</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39</a:t>
            </a:r>
          </a:p>
        </p:txBody>
      </p:sp>
      <p:sp>
        <p:nvSpPr>
          <p:cNvPr id="39" name="Rounded Rectangle 38"/>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40</a:t>
            </a:r>
          </a:p>
        </p:txBody>
      </p:sp>
      <p:sp>
        <p:nvSpPr>
          <p:cNvPr id="43" name="Rounded Rectangle 42"/>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41</a:t>
            </a:r>
          </a:p>
        </p:txBody>
      </p:sp>
      <p:sp>
        <p:nvSpPr>
          <p:cNvPr id="47" name="Rounded Rectangle 46"/>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Voice Diary</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42</a:t>
            </a:r>
          </a:p>
        </p:txBody>
      </p:sp>
      <p:sp>
        <p:nvSpPr>
          <p:cNvPr id="51" name="Rounded Rectangle 50"/>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Where to next? (Learning-flow guide)</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43</a:t>
            </a:r>
          </a:p>
        </p:txBody>
      </p:sp>
      <p:sp>
        <p:nvSpPr>
          <p:cNvPr id="55" name="Rounded Rectangle 54"/>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57" name="TextBox 56"/>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Ask the A.i Assistant</a:t>
            </a:r>
          </a:p>
        </p:txBody>
      </p:sp>
      <p:sp>
        <p:nvSpPr>
          <p:cNvPr id="58" name="TextBox 57"/>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44</a:t>
            </a:r>
          </a:p>
        </p:txBody>
      </p:sp>
      <p:sp>
        <p:nvSpPr>
          <p:cNvPr id="59" name="Rounded Rectangle 58"/>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61" name="TextBox 60"/>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 Classroom Comforts</a:t>
            </a:r>
          </a:p>
        </p:txBody>
      </p:sp>
      <p:sp>
        <p:nvSpPr>
          <p:cNvPr id="62" name="TextBox 61"/>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45</a:t>
            </a:r>
          </a:p>
        </p:txBody>
      </p:sp>
      <p:sp>
        <p:nvSpPr>
          <p:cNvPr id="63" name="Rounded Rectangle 62"/>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65" name="TextBox 6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Private Chat &amp; File Sharing</a:t>
            </a:r>
          </a:p>
        </p:txBody>
      </p:sp>
      <p:sp>
        <p:nvSpPr>
          <p:cNvPr id="66" name="TextBox 6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46</a:t>
            </a:r>
          </a:p>
        </p:txBody>
      </p:sp>
      <p:sp>
        <p:nvSpPr>
          <p:cNvPr id="67" name="Rounded Rectangle 66"/>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69" name="TextBox 6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Home Screen: Bright · Dark</a:t>
            </a:r>
          </a:p>
        </p:txBody>
      </p:sp>
      <p:sp>
        <p:nvSpPr>
          <p:cNvPr id="70" name="TextBox 6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47</a:t>
            </a:r>
          </a:p>
        </p:txBody>
      </p:sp>
      <p:sp>
        <p:nvSpPr>
          <p:cNvPr id="71" name="Rounded Rectangle 70"/>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73" name="TextBox 7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Judgment Training (pick the right words)</a:t>
            </a:r>
          </a:p>
        </p:txBody>
      </p:sp>
      <p:sp>
        <p:nvSpPr>
          <p:cNvPr id="74" name="TextBox 7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48</a:t>
            </a:r>
          </a:p>
        </p:txBody>
      </p:sp>
      <p:sp>
        <p:nvSpPr>
          <p:cNvPr id="75" name="Rounded Rectangle 74"/>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77" name="TextBox 7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Grammar Pizza Master (word order)</a:t>
            </a:r>
          </a:p>
        </p:txBody>
      </p:sp>
      <p:sp>
        <p:nvSpPr>
          <p:cNvPr id="78" name="TextBox 7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49</a:t>
            </a:r>
          </a:p>
        </p:txBody>
      </p:sp>
      <p:sp>
        <p:nvSpPr>
          <p:cNvPr id="79" name="Rounded Rectangle 78"/>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81" name="TextBox 8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Word Tetris</a:t>
            </a:r>
          </a:p>
        </p:txBody>
      </p:sp>
      <p:sp>
        <p:nvSpPr>
          <p:cNvPr id="82" name="TextBox 8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50</a:t>
            </a:r>
          </a:p>
        </p:txBody>
      </p:sp>
      <p:sp>
        <p:nvSpPr>
          <p:cNvPr id="83" name="Rounded Rectangle 82"/>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85" name="TextBox 8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Tank Battle · Language Ace</a:t>
            </a:r>
          </a:p>
        </p:txBody>
      </p:sp>
      <p:sp>
        <p:nvSpPr>
          <p:cNvPr id="86" name="TextBox 8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51</a:t>
            </a:r>
          </a:p>
        </p:txBody>
      </p:sp>
      <p:sp>
        <p:nvSpPr>
          <p:cNvPr id="87" name="Rounded Rectangle 86"/>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48</a:t>
            </a:r>
          </a:p>
        </p:txBody>
      </p:sp>
      <p:sp>
        <p:nvSpPr>
          <p:cNvPr id="89" name="TextBox 8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Log in with your face or fingerprint (passkey)</a:t>
            </a:r>
          </a:p>
        </p:txBody>
      </p:sp>
      <p:sp>
        <p:nvSpPr>
          <p:cNvPr id="90" name="TextBox 8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52</a:t>
            </a:r>
          </a:p>
        </p:txBody>
      </p:sp>
      <p:sp>
        <p:nvSpPr>
          <p:cNvPr id="91" name="Rounded Rectangle 90"/>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49</a:t>
            </a:r>
          </a:p>
        </p:txBody>
      </p:sp>
      <p:sp>
        <p:nvSpPr>
          <p:cNvPr id="93" name="TextBox 9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Your speaking isn't cut off any more · a smarter AI friend</a:t>
            </a:r>
          </a:p>
        </p:txBody>
      </p:sp>
      <p:sp>
        <p:nvSpPr>
          <p:cNvPr id="94" name="TextBox 9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53</a:t>
            </a:r>
          </a:p>
        </p:txBody>
      </p:sp>
      <p:sp>
        <p:nvSpPr>
          <p:cNvPr id="95" name="Rounded Rectangle 94"/>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50</a:t>
            </a:r>
          </a:p>
        </p:txBody>
      </p:sp>
      <p:sp>
        <p:nvSpPr>
          <p:cNvPr id="97" name="TextBox 9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 and pay in one go</a:t>
            </a:r>
          </a:p>
        </p:txBody>
      </p:sp>
      <p:sp>
        <p:nvSpPr>
          <p:cNvPr id="98" name="TextBox 9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54</a:t>
            </a:r>
          </a:p>
        </p:txBody>
      </p:sp>
      <p:sp>
        <p:nvSpPr>
          <p:cNvPr id="99" name="Rounded Rectangle 98"/>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51</a:t>
            </a:r>
          </a:p>
        </p:txBody>
      </p:sp>
      <p:sp>
        <p:nvSpPr>
          <p:cNvPr id="101" name="TextBox 10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102" name="TextBox 10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55</a:t>
            </a:r>
          </a:p>
        </p:txBody>
      </p:sp>
      <p:sp>
        <p:nvSpPr>
          <p:cNvPr id="103" name="Rounded Rectangle 102"/>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52</a:t>
            </a:r>
          </a:p>
        </p:txBody>
      </p:sp>
      <p:sp>
        <p:nvSpPr>
          <p:cNvPr id="105" name="TextBox 10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06" name="TextBox 10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56</a:t>
            </a:r>
          </a:p>
        </p:txBody>
      </p:sp>
      <p:sp>
        <p:nvSpPr>
          <p:cNvPr id="107" name="Rounded Rectangle 106"/>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53</a:t>
            </a:r>
          </a:p>
        </p:txBody>
      </p:sp>
      <p:sp>
        <p:nvSpPr>
          <p:cNvPr id="109" name="TextBox 10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10" name="TextBox 10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57</a:t>
            </a:r>
          </a:p>
        </p:txBody>
      </p:sp>
      <p:sp>
        <p:nvSpPr>
          <p:cNvPr id="111" name="Rounded Rectangle 110"/>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54</a:t>
            </a:r>
          </a:p>
        </p:txBody>
      </p:sp>
      <p:sp>
        <p:nvSpPr>
          <p:cNvPr id="113" name="TextBox 112"/>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14" name="TextBox 113"/>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58</a:t>
            </a:r>
          </a:p>
        </p:txBody>
      </p:sp>
      <p:sp>
        <p:nvSpPr>
          <p:cNvPr id="115" name="Rounded Rectangle 114"/>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55</a:t>
            </a:r>
          </a:p>
        </p:txBody>
      </p:sp>
      <p:sp>
        <p:nvSpPr>
          <p:cNvPr id="117" name="TextBox 116"/>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18" name="TextBox 117"/>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www.mangoi.co.kr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home menu, tap the 📔 AI Voice Diary card (next to the English/Chinese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the 🎤 Record tab, press ‘Start recording’ and talk about your day in English (about 30 seconds is plenty!).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‘Stop’ and AI automatically does transcribe → correct → score &amp; encourage.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 Calendar tab lets you revisit past entries by date.</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Turns your spoken English into text and rewrites awkward sentences naturally.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score (0–100) and a word of encouragement keep you motivated daily.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Doing it daily also connects to attendance streaks and badges.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Recording requires you to be logged in. Speaking clearly in a quiet place makes the transcription more accurate.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doesn't have to be perfect. The habit of saying even ‘one sentence’ a day matters most!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Fully complete a warm-up, student game, review quiz, class, or step-by-step pronunciation.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Look for the ‘🚀 Choose next activity’ button (or the menu that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from Enter Class · AI Warm-up · Review Quiz · Student Games · Replay Recording · Pronunciation,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recommended (⭐) item is a good next step for right now.</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Suggested flow: Warm-up → Game → Class → Review → Pronunciation → Game, naturally connected.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Choosing ‘Replay Recording’ instantly replays your last class video.</a:t>
            </a:r>
          </a:p>
          <a:p>
            <a:pPr>
              <a:lnSpc>
                <a:spcPct val="115000"/>
              </a:lnSpc>
              <a:spcAft>
                <a:spcPts val="200"/>
              </a:spcAft>
            </a:pPr>
            <a:r>
              <a:rPr sz="900" b="1">
                <a:solidFill>
                  <a:srgbClr val="7C3AED"/>
                </a:solidFill>
                <a:latin typeface="Malgun Gothic"/>
              </a:rPr>
              <a:t>● </a:t>
            </a:r>
            <a:r>
              <a:rPr sz="1100">
                <a:solidFill>
                  <a:srgbClr val="334155"/>
                </a:solidFill>
                <a:latin typeface="Malgun Gothic"/>
              </a:rPr>
              <a:t>Even without playing a game/quiz, the list screen's ‘🚀 Go next’ button opens the menu.</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you're unsure what to do, open this menu to keep today's study flowing smoothly.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A.i Assistant icon at the bottom-right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your question freely (e.g. “Where do I take the review quiz?”).</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assistant answers and guides you to the right menu.</a:t>
            </a:r>
          </a:p>
          <a:p>
            <a:pPr>
              <a:lnSpc>
                <a:spcPct val="115000"/>
              </a:lnSpc>
              <a:spcAft>
                <a:spcPts val="600"/>
              </a:spcAft>
            </a:pPr>
            <a:r>
              <a:rPr sz="1050" b="1">
                <a:solidFill>
                  <a:srgbClr val="7C3AED"/>
                </a:solidFill>
                <a:latin typeface="Malgun Gothic"/>
              </a:rPr>
              <a:t>● </a:t>
            </a:r>
            <a:r>
              <a:rPr sz="1250">
                <a:solidFill>
                  <a:srgbClr val="334155"/>
                </a:solidFill>
                <a:latin typeface="Malgun Gothic"/>
              </a:rPr>
              <a:t>You can also speak your question using the 🎤 mic.</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Points you straight to features like student games, pronunciation coach, or voice diary.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anytime (nights &amp; weekends too) so you can use everything on your own.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Requests that need a human — billing, operations — are routed to KakaoTalk chat or customer support.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Say what you want to do, like “I want to ○○,” and it takes you to that screen.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 Classroom Comforts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Hide my face · teacher first · mobile tool dock</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lesson screen got more comfortable. A 🙈 button hides your own face for a moment, the teacher's face now appears first and large when you enter, and on phones the bottom tools stay tucked away behind a ⋯ button — so you can focus on the lesson itself.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 button on your own tile to hide your face for a bit. Tap the 🙂 chip to bring it back.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enter, the teacher's face is placed on top, large, automatically — no hunting.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On a phone (portrait), the default screen is faces on top and the textbook below.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mobile bottom dock opens only when you tap ⋯, keeping the screen roomy.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Hiding your face doesn't turn the camera off — it only hides it on screen, so class continues.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Rotate to landscape and it auto-arranges to faces left · textbook right.</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Hide your face only for a moment when you're shy — lessons are much more fun with eye contact!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the screen feels cramped, fold the dock away with the ⋯ button.</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teacher sees + share any file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chat now supports 1:1 private messages (DM). Send a message only a specific teacher can see, and share any file — PDF, image, document — through chat; it appears on the other side as a download card.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 Chat from the bottom dock.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Switch the recipient from Everyone to a teacher's name to whisper 1:1.</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 file button to upload a PDF, photo, or document — a download card appears for them.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Received files are saved with the card's ⬇ Save button.</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Private chats are visible only to the two of you.</a:t>
            </a:r>
          </a:p>
          <a:p>
            <a:pPr>
              <a:lnSpc>
                <a:spcPct val="115000"/>
              </a:lnSpc>
              <a:spcAft>
                <a:spcPts val="200"/>
              </a:spcAft>
            </a:pPr>
            <a:r>
              <a:rPr sz="900" b="1">
                <a:solidFill>
                  <a:srgbClr val="7C3AED"/>
                </a:solidFill>
                <a:latin typeface="Malgun Gothic"/>
              </a:rPr>
              <a:t>● </a:t>
            </a:r>
            <a:r>
              <a:rPr sz="1100">
                <a:solidFill>
                  <a:srgbClr val="334155"/>
                </a:solidFill>
                <a:latin typeface="Malgun Gothic"/>
              </a:rPr>
              <a:t>Homework files and notes get exchanged in one step during class.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Private chats are not stored on the server and disappear after class. Keep important things as files.</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Perfect for quietly asking a question without interrupting anyone else.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Home Screen: Bright · Dark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 by time of day, or pick your own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home screen now switches automatically — bright by day, dark at night. Or use the Bright / Auto / Dark 3-way chip to set the mood yourself, anytime.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Find the 🌗 theme chip at the top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Bright · Auto · Dark.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it on Auto and it brightens in the morning and dims at night on its own.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Late-night studying is easier on the eyes.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Your chosen theme is remembered next time you sign in.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Dark for bedtime review, bright for a morning warm-up — it changes the mood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Judgment Training (pick the right words)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Not memorising answers — what fits right now?</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AI creates a situation that could really happen, and you pick the expression that fits that situation best — then write one line saying why you chose it. “Give me that!” works with a friend, but “Could I have that, please?” is right for a teacher. Real English ability isn't how much you know; it's judging which words fit right now.</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student home, open AI Learning Tools → 🧠 Judgment Training.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Here's the situation and pick one of A–D.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Why did you choose it?, write your reason. Your own language is fine.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Submit — the AI scores it and explains why another option may fit better.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 My Growth (top right) to see your judgment index and its 5 axes.</a:t>
            </a:r>
          </a:p>
        </p:txBody>
      </p:sp>
      <p:sp>
        <p:nvSpPr>
          <p:cNvPr id="14" name="Rounded Rectangle 13"/>
          <p:cNvSpPr/>
          <p:nvPr/>
        </p:nvSpPr>
        <p:spPr>
          <a:xfrm>
            <a:off x="457200" y="5166360"/>
            <a:ext cx="5669280" cy="1627632"/>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1261872"/>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Every option carries partial credit — only a clearly wrong choice scores low.</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better you explain your reason, the higher the score — it trains thinking in words.</a:t>
            </a:r>
          </a:p>
          <a:p>
            <a:pPr>
              <a:lnSpc>
                <a:spcPct val="115000"/>
              </a:lnSpc>
              <a:spcAft>
                <a:spcPts val="200"/>
              </a:spcAft>
            </a:pPr>
            <a:r>
              <a:rPr sz="900" b="1">
                <a:solidFill>
                  <a:srgbClr val="7C3AED"/>
                </a:solidFill>
                <a:latin typeface="Malgun Gothic"/>
              </a:rPr>
              <a:t>● </a:t>
            </a:r>
            <a:r>
              <a:rPr sz="1100">
                <a:solidFill>
                  <a:srgbClr val="334155"/>
                </a:solidFill>
                <a:latin typeface="Malgun Gothic"/>
              </a:rPr>
              <a:t>Questions are linked to your textbook (e.g. Side by Side 2), so they stay in range.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Each round comes from a different topic and angle, so questions never repeat.</a:t>
            </a:r>
          </a:p>
        </p:txBody>
      </p:sp>
      <p:sp>
        <p:nvSpPr>
          <p:cNvPr id="17" name="Rounded Rectangle 16"/>
          <p:cNvSpPr/>
          <p:nvPr/>
        </p:nvSpPr>
        <p:spPr>
          <a:xfrm>
            <a:off x="457200" y="6903720"/>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949440"/>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 AI needs a few seconds to write a question. The next one is prepared while you answer, so it usually appears instantly.</a:t>
            </a:r>
          </a:p>
        </p:txBody>
      </p:sp>
      <p:sp>
        <p:nvSpPr>
          <p:cNvPr id="19" name="Rounded Rectangle 18"/>
          <p:cNvSpPr/>
          <p:nvPr/>
        </p:nvSpPr>
        <p:spPr>
          <a:xfrm>
            <a:off x="457200" y="7635240"/>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680960"/>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Getting it wrong is fine. Writing why you thought so is the whole point of this training.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Grammar Pizza Master (word order)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Stack the toppings in sentence order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Words arrive as pizza toppings. Listen to the sentence first, then place the toppings in sentence order to finish the pizza. Subject, verb and object are colour-coded, so English word order sinks in visually.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 Grammar Pizza Master in the games hub.</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Listen and start to hear the sentence first.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Place the toppings below in sentence order onto the pizza.</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Stuck? Tap 💡 Hint! at the top right.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Sentences grow longer from Level 1 → 2 → 3.</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Each topping is labelled subject / verb / object, so word order becomes natural.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a textbook is assigned, sentences come from that book.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time limit keeps the drill fast and focused.</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each word aloud as you place it — the order sticks far faster.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pizza.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Tetris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Stack word blocks and complete two lines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Classic Tetris with words on top. Words fall one at a time in sentence order — stack them well and clear a line to complete the sentence. Long words are wide blocks, short words are small ones; fitting them together makes the vocabulary stick.</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 Word Tetris in the games hub.</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US English mode or CN Chinese mode.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 ▶ to move, rotate, ▼ to speed up, ↓ to drop instantly.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Each time a block lands you hear the word — repeat it aloud.</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English and Chinese modes play exactly the same way.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Your high score is saved so you can beat it next time.</a:t>
            </a:r>
          </a:p>
          <a:p>
            <a:pPr>
              <a:lnSpc>
                <a:spcPct val="115000"/>
              </a:lnSpc>
              <a:spcAft>
                <a:spcPts val="200"/>
              </a:spcAft>
            </a:pPr>
            <a:r>
              <a:rPr sz="900" b="1">
                <a:solidFill>
                  <a:srgbClr val="7C3AED"/>
                </a:solidFill>
                <a:latin typeface="Malgun Gothic"/>
              </a:rPr>
              <a:t>● </a:t>
            </a:r>
            <a:r>
              <a:rPr sz="1100">
                <a:solidFill>
                  <a:srgbClr val="334155"/>
                </a:solidFill>
                <a:latin typeface="Malgun Gothic"/>
              </a:rPr>
              <a:t>Tidied up so nothing is cut off on a phone screen.</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Lay the long words down low first — clearing lines gets much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tetri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Tank Battle · Language Ace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Destroy in word order · action learning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Two new action-style learning games. In Tank Battle you destroy enemy tanks in the sentence's word order; in Language Ace you fly and answer as you go. Hands stay busy, so focus is high and repetition never feels dull.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 Tank Battle or ✈️ Language Ace in the games hub.</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For Tank Battle pick English / 中文, a battlefield (grass · desert · snow) and difficulty 1–7.</a:t>
            </a:r>
          </a:p>
          <a:p>
            <a:pPr>
              <a:lnSpc>
                <a:spcPct val="115000"/>
              </a:lnSpc>
              <a:spcAft>
                <a:spcPts val="600"/>
              </a:spcAft>
            </a:pPr>
            <a:r>
              <a:rPr sz="1050" b="1">
                <a:solidFill>
                  <a:srgbClr val="7C3AED"/>
                </a:solidFill>
                <a:latin typeface="Malgun Gothic"/>
              </a:rPr>
              <a:t>● </a:t>
            </a:r>
            <a:r>
              <a:rPr sz="1250">
                <a:solidFill>
                  <a:srgbClr val="334155"/>
                </a:solidFill>
                <a:latin typeface="Malgun Gothic"/>
              </a:rPr>
              <a:t>Hold and drag the left button to move; short tap fires in that direction.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Destroy the tanks carrying the gold words of the sentence above, in order.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up jelly fuel cans to gain more time.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Higher difficulty means faster enemies and faster speech — listening practice included.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a textbook is assigned, its sentences are used.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Fully playable by touch on phones and tablets.</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These games are motion-heavy. On a slower device, lower the difficulty.</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work best as review after the lesson, not before it.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tan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Log in with your face or fingerprint (passkey)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password needed in the app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now log in with your face or fingerprint in the Mangoi Android app. Register once and you're in with a glance or a touch — no ID and password to type. Your secret never leaves your phone, so it's safer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Update the app to the latest version (v1.9 or later).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Log in once with your ID and password as usual.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prompted, tap Register passkey and enrol your face or fingerprint.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From then on, log in with your face or fingerprint.</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credential stays only on your phone and is never sent to the server.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Changed phones? Just register once more on the new device.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Devices without passkey support keep working with the usual ID + password.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This is an app-only feature. In a web browser, log in the usual way.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Younger students forget passwords constantly. Registering a passkey cuts those requests dramatically.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Your speaking isn't cut off any more · a smarter AI friend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It waits even when you speak slowly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microphone used to shut off while you were still thinking mid-sentence — that's fixed. The waiting time now adapts to the situation, and if your phone kills the microphone by itself it restarts automatically. The AI friend (Mango) no longer repeats itself, asks again when your speech is cut off, and actually slows down when you say “speak slowly”.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 button in Speech Coach, AI Warm-up or AI Friend and talk.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Pausing to think is fine — it waits until you're really finished.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Say “Please speak slowly” to the AI friend and it will slow down.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the voice: male · female · alternating.</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Sudden microphone cut-outs on Android phones now recover automatically.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friend never repeats the same sentence.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your speech is clipped, the AI asks “Did you mean this?”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Noisy surroundings hurt recognition. Speak clearly in a quiet place.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Using an earphone microphone raises recognition accuracy noticeably.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 and pay in one 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Pick teacher, days and time — lessons are scheduled automatically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now choose your teacher, days and time yourself and pay — and your whole schedule is created automatically. No more phoning after payment to arrange a timetable. If a slot already clashes with another lesson, you're told before you pay.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Enrolment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① Choose a teacher.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② Lesson options — times per week (1–5), term (1 / 3 / 6 / 12 months), length (20 or 40 min).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③ Days &amp; time — pick as many days as your weekly count, then the start time and start date.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 Available appears, press Pay at the bottom.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Once payment completes, every session is created at once. Check it on My Page.</a:t>
            </a:r>
          </a:p>
        </p:txBody>
      </p:sp>
      <p:sp>
        <p:nvSpPr>
          <p:cNvPr id="14" name="Rounded Rectangle 13"/>
          <p:cNvSpPr/>
          <p:nvPr/>
        </p:nvSpPr>
        <p:spPr>
          <a:xfrm>
            <a:off x="457200" y="5550408"/>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Longer terms are cheaper — 6 months −5%, 12 months −10%.</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slot is taken, an ❌ appears so you can change it before paying.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is free up to 30 minutes before the lesson; renewing extends the same day, time and teacher.</a:t>
            </a:r>
          </a:p>
        </p:txBody>
      </p:sp>
      <p:sp>
        <p:nvSpPr>
          <p:cNvPr id="17" name="Rounded Rectangle 16"/>
          <p:cNvSpPr/>
          <p:nvPr/>
        </p:nvSpPr>
        <p:spPr>
          <a:xfrm>
            <a:off x="457200" y="6976872"/>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22592"/>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are created after payment is confirmed. Wait a moment right after paying and the schedule will appear.</a:t>
            </a:r>
          </a:p>
        </p:txBody>
      </p:sp>
      <p:sp>
        <p:nvSpPr>
          <p:cNvPr id="19" name="Rounded Rectangle 18"/>
          <p:cNvSpPr/>
          <p:nvPr/>
        </p:nvSpPr>
        <p:spPr>
          <a:xfrm>
            <a:off x="457200" y="7708392"/>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754112"/>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Avoid days with school commitments. Choosing well up front beats rescheduling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11" name="Rounded Rectangle 10"/>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3" name="Rounded Rectangle 12"/>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5" name="Rounded Rectangle 14"/>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7" name="Rounded Rectangle 16"/>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9" name="Rounded Rectangle 18"/>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21" name="Rounded Rectangle 20"/>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9" name="Rounded Rectangle 8"/>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5" name="Rounded Rectangle 14"/>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8" name="Rounded Rectangle 17"/>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21" name="Rounded Rectangle 20"/>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4" name="Rounded Rectangle 23"/>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31" name="Rounded Rectangle 30"/>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