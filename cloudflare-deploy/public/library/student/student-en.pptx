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Go to test.mangoi.co.kr in your browser and log in (social login works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your name and points (P) at the top-right to confirm you're logged 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the 'Open' tab on the left to expand the menu sidebar.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Ask the A.i assistant at the bottom-right anything you're curious about.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EN button to switch the on-screen text to English.</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No app install — a web browser is all you need.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'Add Mangoi app' at the bottom of home creates a home-screen icon.</a:t>
            </a:r>
          </a:p>
          <a:p>
            <a:pPr>
              <a:lnSpc>
                <a:spcPct val="115000"/>
              </a:lnSpc>
              <a:spcAft>
                <a:spcPts val="200"/>
              </a:spcAft>
            </a:pPr>
            <a:r>
              <a:rPr sz="900" b="1">
                <a:solidFill>
                  <a:srgbClr val="7C3AED"/>
                </a:solidFill>
                <a:latin typeface="Malgun Gothic"/>
              </a:rPr>
              <a:t>● </a:t>
            </a:r>
            <a:r>
              <a:rPr sz="1100">
                <a:solidFill>
                  <a:srgbClr val="334155"/>
                </a:solidFill>
                <a:latin typeface="Malgun Gothic"/>
              </a:rPr>
              <a:t>Study on phone, tablet or PC with the same account, anywhere.</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on auto-login only on your own trusted device so you don't type it every time.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invite link you received, or the today's lesson card on the site.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your name (the room code is usually filled in; if empty, you go to the shared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Enter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browser asks, press 'Allow' for camera and mic — that connects your face and voice.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see your teacher, say hello and start the lesson!</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 works best opened in Chrome or Edge.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Opening the link inside KakaoTalk may block the camera → choose 'open in another browser'.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headset makes the sound clearer and cuts noise.</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sound/video won't work, refresh the page and 'Allow' camera and mic again.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5 minutes early to check your face and sound — it puts you at ease.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7C3AED"/>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7C3AED"/>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7C3AED"/>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teacher asks, turn on your 🎤 mic and answer out loud. (turn it on only when speaking to cut noise)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you can't hear or you're curious, ask in 💬 chat. Check unknown words in text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Write on the board together — with the teacher's OK, use the pen to write or draw answers.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Turn textbook pages together and follow the page you're 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Keep your camera on — the teacher helps more when they can see your face.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the better. Mistakes are fine!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 well and the teacher gives you 🌟 praise points (see earlier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Earphones in a quiet place make the sound clear.</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Memorize phrases like 'One more time, please' to make class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a 'Take the review quiz? Yes / No' popup appears.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'Yes' and a review quiz matched to today's class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a star rating (How was today's class? 7 stars) to get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Then review today's words once more with a learning game to make it perfect.</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Reviewing right after class stays in memory longest.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rating helps your teacher, and you get points too.</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You must leave a star rating to exit the class (it's OK to be honest).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 vocabulary, in that order, makes today's lesson truly yours.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The check screen tests camera, mic, network and lighting all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overall score and each item's signal (green/yellow/red).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red appears, follow the tips to turn on a light or move seats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When your face is well-lit, the teacher can read your expression and help more.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Wi-Fi is weak, moving closer to the router helps.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 the check 5 minutes before class — fixing issues early keeps the lesson smooth.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Before class, the AI friend greets you in English — reply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linked to today's textbook appear so you get a feel in advance.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speak/listen buttons to answer by voice or type.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teacher can see your warm-up, so class flows naturally from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it's just a warm-up, so relax!</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the warm-up a habit before every class and you'll start speaking sooner.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a level (Phonics, BTS, SIU, etc.) to get sentences at your level.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on screen and press the red mic button to record.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AI shows your pronunciation score and what to fix.</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'replay' to hear the native audio and practice once more.</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Start with short sentences, clearly — your score rises faster.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Repeating sentences from class here makes them stick.</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Five sentences a day and your pronunciation noticeably improves.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level test request screen, pick a method (AI/teacher) and a date/time.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Follow the guide and answer the speaking and listening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result is reflected in your curriculum (my level).</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We recommend taking it once when you first start.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Retake it periodically to see how much you've improved.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Relax — the goal is just to know your level accurately.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Check which of Levels 1–10 you're at now.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a level to see what you learn and the goals.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a target level and keep challenging yourself.</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As levels rise, the sentences get longer and more practical.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Setting a goal with your teacher boosts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Knowing your level means games and reviews use the right words for you.</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Games, tap a game card to start right away.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At the top, choose English/Chinese and the game speed.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Correct answers earn points and keep your learning streak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highlights.</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Game words are linked to what you learned today.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Games marked 'speaking' score better when you say the answer aloud.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are review. When class words appear in a game, they stick longer.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lesson boss battle and attack by solving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more correct answers, the stronger you get and the more badges you earn.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Wrong is fine — try again and learn the words.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 on sound for extra excitement with sound effects.</a:t>
            </a:r>
          </a:p>
          <a:p>
            <a:pPr>
              <a:lnSpc>
                <a:spcPct val="115000"/>
              </a:lnSpc>
              <a:spcAft>
                <a:spcPts val="200"/>
              </a:spcAft>
            </a:pPr>
            <a:r>
              <a:rPr sz="900" b="1">
                <a:solidFill>
                  <a:srgbClr val="7C3AED"/>
                </a:solidFill>
                <a:latin typeface="Malgun Gothic"/>
              </a:rPr>
              <a:t>● </a:t>
            </a:r>
            <a:r>
              <a:rPr sz="1100">
                <a:solidFill>
                  <a:srgbClr val="334155"/>
                </a:solidFill>
                <a:latin typeface="Malgun Gothic"/>
              </a:rPr>
              <a:t>Beat the boss for a special badge.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Too hard? Change the game speed to 'slow'.</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Shooting + Speaking: shoot words in order to complete a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Mastery (word hunt / sentence fishing): build the target sentence while speaking.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Change difficulty and speed to pick your challenge.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Speaking games score better when you say answers aloud.</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Reading the target sentence loudly helps memory.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Start at 'easy/normal' and raise it as you get comfortable.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speak to match the word/sentence on screen to stop zombies.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faster you answer, the higher your score and combo.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Get as many right as you can before you run out of lives.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quick-reaction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Don't skip unknown words — check their meaning.</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Nervous? Breathe — accuracy matters more than speed.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Class' to begin the case.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to the English hints and gather clues.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culprit and explain your reason in English.</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Improves listening focus.</a:t>
            </a:r>
          </a:p>
          <a:p>
            <a:pPr>
              <a:lnSpc>
                <a:spcPct val="115000"/>
              </a:lnSpc>
              <a:spcAft>
                <a:spcPts val="200"/>
              </a:spcAft>
            </a:pPr>
            <a:r>
              <a:rPr sz="900" b="1">
                <a:solidFill>
                  <a:srgbClr val="7C3AED"/>
                </a:solidFill>
                <a:latin typeface="Malgun Gothic"/>
              </a:rPr>
              <a:t>● </a:t>
            </a:r>
            <a:r>
              <a:rPr sz="1100">
                <a:solidFill>
                  <a:srgbClr val="334155"/>
                </a:solidFill>
                <a:latin typeface="Malgun Gothic"/>
              </a:rPr>
              <a:t>Practices giving reasons in English.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Missed a hint? Use replay to check it.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to get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and repeat each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pronunciation feedback.</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aloud, the more you improve.</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quiet place helps recognition.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Doing it right after class doubles what you remember.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Take the review quiz that pops up after class.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Recheck wrong questions with the explanation.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Note the words to review more from your result.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It's short, so you can do it every time without pressure.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Wrong words link to the vocabulary book and games.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in that order, is perfect.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Flip through your word cards in the vocabulary book.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meaning and pronunciation on each card.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Split known and unknown words and repeat.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Words from games and lessons collect here.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Perfect for spare moments on the go.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10 words a day is 300 words in a month.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AI friend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say what you want in English.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Mango's reply and keep the conversation going naturally.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practice freely!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chatting in English when bored.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Learn by asking things like 'What is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the sentence you want to write.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AI Writing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corrected sentence and the reason, then copy it.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diary and self-introduction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Memorizing the fixes speeds up your growth.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the corrected sentence aloud — it helps speaking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Do 'today's study' every day to keep the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Skip a day and the flame goes out — so do a little every day.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Meet the conditions and receive badges automatically.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Doing a little every day matters most.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Collecting badges builds the habit for fun.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pressing 'today's study' keeps your streak alive.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Answer the questions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your style and study tips in the result.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Apply the recommended methods to lessons and games.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Enjoy it and get to know yourself.</a:t>
            </a:r>
          </a:p>
          <a:p>
            <a:pPr>
              <a:lnSpc>
                <a:spcPct val="115000"/>
              </a:lnSpc>
              <a:spcAft>
                <a:spcPts val="200"/>
              </a:spcAft>
            </a:pPr>
            <a:r>
              <a:rPr sz="900" b="1">
                <a:solidFill>
                  <a:srgbClr val="7C3AED"/>
                </a:solidFill>
                <a:latin typeface="Malgun Gothic"/>
              </a:rPr>
              <a:t>● </a:t>
            </a:r>
            <a:r>
              <a:rPr sz="1100">
                <a:solidFill>
                  <a:srgbClr val="334155"/>
                </a:solidFill>
                <a:latin typeface="Malgun Gothic"/>
              </a:rPr>
              <a:t>Pick games that fit your style, too.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Share the result with your teacher for tailored coaching.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lesson type (1:1/group).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Select the date and time on the calendar.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weekly count and move to payment/confirm.</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times are color-coded for easy picking.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also choose by teacher.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Popular slots fill fast — book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Choose Postpone / Change.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date and time to move to.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Confirm and your lesson count stays preserved.</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Requesting early makes it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never removes your lesson count.</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Postponing right before a lesson may not be possible (check the postpone/refund policy).</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your plans might change, request at least a day ahead.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My Page (the parent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child's student ID and press Look up. (it's saved after one look-up)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30-day attendance grid for when they had class, and point flow for accrual/use.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the learning report (teacher's latest reviews), AI voice-coaching progress and badge shelf.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Wrap up the month with AI study recommendations and the monthly report (print/PDF).</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Attendance, reviews, points and coaching progress are all on one screen.</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monthly report can be printed or saved as PDF.</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 don't know the student ID, ask the teacher/academy.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Manage the student ID like a password — anyone with it can view.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Book/Pay: choose the lesson type (1:1/group) and count, then pay.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Postpone/Change: if something comes up, request in advance to move it later. (lesson count is preserved)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Refund: auto-calculated per the refund table (100% before the lesson starts,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Contact support (phone, email, Kakao).</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earlier you request a postpone, the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Refunds on discounted lessons are recalculated at list price.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Overdue/payment notices can arrive via alert-talk/SMS.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missed without postponing may be marked absent. Check the policy in advance.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Checking the postpone/refund policy at signup avoids confusion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Voice Diary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about your day in English and AI corrects it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Say what happened today in English, and AI transcribes your speech, polishes the sentences, and leaves a score and encouragement. A little every day builds your own English diary!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home menu, tap the 📔 AI Voice Diary card (next to the English/Chinese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In the 🎤 Record tab, press ‘Start recording’ and talk about your day in English (about 30 seconds is plenty!).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‘Stop’ and AI automatically does transcribe → correct → score &amp; encourage.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 Calendar tab lets you revisit past entries by date.</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Turns your spoken English into text and rewrites awkward sentences naturally.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score (0–100) and a word of encouragement keep you motivated daily.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Doing it daily also connects to attendance streaks and badges.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Recording requires you to be logged in. Speaking clearly in a quiet place makes the transcription more accurate.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doesn't have to be perfect. The habit of saying even ‘one sentence’ a day matters most!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Where to next? (Learning-flow guide)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Finish one activity and get the next one suggested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 activity — warm-up, game, class, review, pronunciation — a ‘🚀 Where would you like to go next?’ menu pops up. No need to hunt for menus again; just follow the recommended (⭐) item to flow into your next activity.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Fully complete a warm-up, student game, review quiz, class, or step-by-step pronunciation.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Look for the ‘🚀 Choose next activity’ button (or the menu that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from Enter Class · AI Warm-up · Review Quiz · Student Games · Replay Recording · Pronunciation,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recommended (⭐) item is a good next step for right now.</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Suggested flow: Warm-up → Game → Class → Review → Pronunciation → Game, naturally connected.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Choosing ‘Replay Recording’ instantly replays your last class video.</a:t>
            </a:r>
          </a:p>
          <a:p>
            <a:pPr>
              <a:lnSpc>
                <a:spcPct val="115000"/>
              </a:lnSpc>
              <a:spcAft>
                <a:spcPts val="200"/>
              </a:spcAft>
            </a:pPr>
            <a:r>
              <a:rPr sz="900" b="1">
                <a:solidFill>
                  <a:srgbClr val="7C3AED"/>
                </a:solidFill>
                <a:latin typeface="Malgun Gothic"/>
              </a:rPr>
              <a:t>● </a:t>
            </a:r>
            <a:r>
              <a:rPr sz="1100">
                <a:solidFill>
                  <a:srgbClr val="334155"/>
                </a:solidFill>
                <a:latin typeface="Malgun Gothic"/>
              </a:rPr>
              <a:t>Even without playing a game/quiz, the list screen's ‘🚀 Go next’ button opens the menu.</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you're unsure what to do, open this menu to keep today's study flowing smoothly.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Ask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consultant avatar at the bottom-right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Tap the ‘A.i Assistant’ at the bottom-right of the screen to ask anything, anytime. It explains how to use features and where they are, and can take you straight to the right menu.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A.i Assistant icon at the bottom-right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your question freely (e.g. “Where do I take the review quiz?”).</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assistant answers and guides you to the right menu.</a:t>
            </a:r>
          </a:p>
          <a:p>
            <a:pPr>
              <a:lnSpc>
                <a:spcPct val="115000"/>
              </a:lnSpc>
              <a:spcAft>
                <a:spcPts val="600"/>
              </a:spcAft>
            </a:pPr>
            <a:r>
              <a:rPr sz="1050" b="1">
                <a:solidFill>
                  <a:srgbClr val="7C3AED"/>
                </a:solidFill>
                <a:latin typeface="Malgun Gothic"/>
              </a:rPr>
              <a:t>● </a:t>
            </a:r>
            <a:r>
              <a:rPr sz="1250">
                <a:solidFill>
                  <a:srgbClr val="334155"/>
                </a:solidFill>
                <a:latin typeface="Malgun Gothic"/>
              </a:rPr>
              <a:t>You can also speak your question using the 🎤 mic.</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Points you straight to features like student games, pronunciation coach, or voice diary.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anytime (nights &amp; weekends too) so you can use everything on your own.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Requests that need a human — billing, operations — are routed to KakaoTalk chat or customer support.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Say what you want to do, like “I want to ○○,” and it takes you to that screen.</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9" name="Rounded Rectangle 8"/>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1" name="Rounded Rectangle 10"/>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3" name="Rounded Rectangle 12"/>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5" name="Rounded Rectangle 14"/>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7" name="Rounded Rectangle 16"/>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19" name="Rounded Rectangle 18"/>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7" name="Rounded Rectangle 6"/>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3" name="Rounded Rectangle 12"/>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6" name="Rounded Rectangle 15"/>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19" name="Rounded Rectangle 18"/>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2" name="Rounded Rectangle 21"/>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29" name="Rounded Rectangle 28"/>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