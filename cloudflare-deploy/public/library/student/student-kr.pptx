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7" r:id="rId58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www.mangoi.co.kr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AI 음성 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오늘 하루를 영어로 말하면 AI가 첨삭해줘요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오늘 있었던 일을 영어로 말하면, AI가 내 발음을 글로 옮겨 적고(전사) 문장을 자연스럽게 첨삭한 뒤 점수와 칭찬을 남겨줘요. 매일 조금씩 쌓이면 나만의 영어 일기장이 완성돼요!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메뉴에서 📔 AI 음성 일기 카드를 눌러요. (영어·중국어 발음 코치 카드 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녹음 탭에서 ‘녹음 시작’을 누르고 오늘 하루를 영어로 말해요. (30초 정도면 충분!)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‘정지’를 누르면 AI가 자동으로 전사 → 첨삭 → 점수·칭찬을 만들어줘요.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📅 캘린더 탭에서 지난 일기를 날짜별로 다시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말한 영어를 글로 바꿔주고, 어색한 문장을 자연스럽게 고쳐줘요.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점수(0~100)와 한국어 격려 한마디로 매일 동기부여가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하면 연속출석·배지와도 연결돼 꾸준함이 실력이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녹음은 로그인한 뒤 사용할 수 있어요. 조용한 곳에서 또박또박 말하면 전사가 더 정확해요.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완벽한 문장이 아니어도 괜찮아요. 매일 ‘한 문장’이라도 말하는 습관이 가장 중요해요!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다음은 어디로? (학습 흐름 안내)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활동이 끝나면 다음 활동을 바로 추천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웜업·게임·수업·복습·발음 등 한 가지 활동을 마치면, 화면에 ‘🚀 다음은 어디로 이동할까요?’ 메뉴가 떠요. 메뉴를 다시 찾아 헤맬 필요 없이, 추천 표시(⭐) 를 따라 자연스럽게 다음 활동으로 이어갈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웜업·학생게임·복습퀴즈·수업·단계별 발음 등을 끝까지 완료해요.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완료 화면의 ‘🚀 다음 활동 고르기’ 버튼(또는 자동으로 뜨는 메뉴)을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메뉴에서 수업 입장·AI 웜업·복습퀴즈·학생게임·녹화 다시보기·단계별 발음 등을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추천(⭐) 이 붙은 항목은 지금 하기 좋은 다음 활동이에요.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흐름: 웜업 → 게임 → 수업 → 복습 → 발음 → 게임 처럼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‘녹화 다시보기’ 를 고르면 직전 수업 영상을 바로 다시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게임·퀴즈를 안 해도 목록 화면의 ‘🚀 다음으로 이동’ 버튼으로 메뉴를 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무엇을 할지 고민될 때 이 메뉴를 켜면, 오늘 공부를 매끄럽게 이어갈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A.i 상담사에게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 우하단 상담 아바타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 오른쪽 아래에 있는 ‘A.i 상담사’ 를 누르면, 24시간 언제든 궁금한 점을 물어볼 수 있어요. 이용 방법·기능 위치·수업 안내를 알려주고, 원하면 해당 메뉴로 바로 데려다줘요.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우하단의 A.i 상담사 아이콘을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채팅창에 궁금한 점을 편하게 입력해요. (예: “복습퀴즈 어디서 해요?”)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상담사가 답변과 함께 필요한 메뉴로 이동하도록 안내해줘요.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마이크로 말해서 물어볼 수도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학생게임·발음코치·음성일기 등 기능 위치를 바로 안내해줘요.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언제든(밤·주말에도) 물어볼 수 있어 혼자서도 척척 이용할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운영·결제 등 사람이 도와야 하는 문의는 카카오톡 상담이나 고객센터로 연결돼요.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“○○ 하고 싶어요”처럼 하고 싶은 걸 말하면, 그 화면으로 데려다줘요.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수업 화면 새 편의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얼굴 숨김 · 교사 얼굴 먼저 · 모바일 도구모음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화면이 더 편해졌어요. 내 얼굴을 잠시 숨길 수 있는 🙈 버튼, 입장하면 선생님 얼굴이 맨 위에 크게 보이는 배치, 휴대폰에서는 ⋯ 버튼으로 필요할 때만 여는 도구모음까지 — 수업에만 집중할 수 있게 정돈했어요.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내 얼굴 타일의 🙈 버튼을 누르면 얼굴이 잠시 숨겨져요. 🙂 칩을 누르면 다시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수업에 들어가면 선생님 얼굴이 맨 위에 크게 자동 배치돼요. 찾을 필요 없어요.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휴대폰(세로) 은 위엔 얼굴, 아래엔 교재가 반반 나오는 화면이 기본이에요.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휴대폰 하단 도구모음은 ⋯ 버튼을 눌렀을 때만 펼쳐져 화면이 넓게 쓰여요.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카메라를 끄는 게 아니라 화면에서만 잠시 숨기는 거라 수업은 그대로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가로로 돌리면 왼쪽 얼굴 · 오른쪽 교재로 자동 정돈돼요.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얼굴 숨김은 부끄러울 때 잠깐만! 선생님과 눈을 맞추며 수업하면 훨씬 재미있어요.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좁게 느껴지면 ⋯ 버튼으로 도구모음을 접어보세요.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1:1 개별 채팅 &amp; 파일 보내기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선생님에게만 보이는 귓속말 + 모든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채팅에 1:1 개별 채팅(DM) 이 생겼어요. 특정 선생님에게만 보이는 메시지를 보낼 수 있고, PDF·이미지·문서 등 어떤 파일이든 채팅으로 공유하면 상대방 화면에 다운로드 카드로 떠요.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하단 독의 💬 채팅을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사람을 전체에서 선생님 이름으로 바꾸면 1:1 귓속말이 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📎 파일 버튼으로 PDF·사진·문서를 올리면 상대 화면에 다운로드 카드가 생겨요.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파일은 카드의 ⬇ 저장을 눌러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개별 채팅은 당사자끼리만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숙제 파일·오답 정리 등 수업 자료 주고받기가 한 번에 끝나요.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개별 채팅 내용은 서버에 저장되지 않아 수업이 끝나면 사라져요. 중요한 내용은 파일로 보관하세요.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중 궁금한 걸 다른 친구 방해 없이 조용히 물어볼 때 딱 좋아요.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🌗 홈 화면 밝게 · 어둡게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시간대에 맞춰 자동으로, 원하면 내 맘대로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홈 화면이 시간대에 따라 자동으로 낮엔 밝게, 밤엔 어둡게 바뀌어요. 물론 밝게/자동/어둡게 3단 버튼으로 언제든 원하는 분위기를 직접 고를 수도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상단의 🌗 테마 칩을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밝게 · 자동 · 어둡게 중 원하는 것을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자동으로 두면 아침엔 화사하게, 밤엔 눈이 편한 어두운 화면으로 스스로 바뀌어요.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밤 늦게 공부할 때 눈부심이 줄어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선택한 테마는 다음 접속 때도 그대로 기억돼요.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자기 전 복습할 땐 어둡게, 아침 웜업 땐 밝게 — 기분까지 바뀌어요!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48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590544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소개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🚀 처음 시작하기 &amp; 홈 화면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🎥 화상수업 입장하기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🖥️ 교실 화면 한눈에 보기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🗂️ 상단 탭 6가지 바꾸기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🖊️ 칠판 도구 하나하나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📚 교재도구 (PDF·사진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✍️ 필기도구 (교재 위에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📹 동영상 함께 보기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🎨 배경화면 &amp; 얼굴 꾸미기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🔲 화면 크기·배치 바꾸기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수업 중 칭찬 포인트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🎛️ 하단 독 &amp; 칭찬 바구니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🙋 수업 중 이렇게 참여해요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🏁 수업이 끝나면 — 복습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🩺 수업 전 장비 점검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🔥 AI 웜업으로 몸풀기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4904" y="1417320"/>
            <a:ext cx="3590544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🎙️ AI 음성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📈 레벨 테스트 받기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🗺️ 내 레벨 · 커리큘럼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🎮 학습 게임 허브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⚔️ 3D 배틀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🚀 슈팅 · 마스터리 게임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🧟 워드파이터 (좀비)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🕵️ 용의자 추리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p.27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🗣️ 말하기 퀴즈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p.28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26  </a:t>
            </a:r>
            <a:r>
              <a:rPr sz="1100">
                <a:solidFill>
                  <a:srgbClr val="334155"/>
                </a:solidFill>
                <a:latin typeface="Malgun Gothic"/>
              </a:rPr>
              <a:t>✅ 복습 퀴즈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p.29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📚 단어장 (My Vocab)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p.30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친구 (Mango)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p.31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29  </a:t>
            </a:r>
            <a:r>
              <a:rPr sz="1100">
                <a:solidFill>
                  <a:srgbClr val="334155"/>
                </a:solidFill>
                <a:latin typeface="Malgun Gothic"/>
              </a:rPr>
              <a:t>✍️ AI 영작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p.32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🔥 연속출석 · 배지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p.33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🧭 MBTI 성향 테스트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p.34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📅 수업 예약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p.35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🔄 수업 연기 · 변경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4048" y="1417320"/>
            <a:ext cx="3590544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👨‍👩‍👧 [학부모] 자녀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p.37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[학부모] 결제·수업 연…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p.38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p.39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p.40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📔 AI 음성 일기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p.41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39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🚀 다음은 어디로? (학습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p.42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A.i 상담사에게 물어보기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p.43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🎛️ 수업 화면 새 편의 기능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p.44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1:1 개별 채팅 &amp; 파…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p.45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🌗 홈 화면 밝게 · 어둡게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p.46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44 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기능 한눈에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p.47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45  </a:t>
            </a:r>
            <a:r>
              <a:rPr sz="1100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p.48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46  </a:t>
            </a:r>
            <a:r>
              <a:rPr sz="1100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p.49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47 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준비 체크리스트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p.50</a:t>
            </a:r>
          </a:p>
          <a:p>
            <a:pPr>
              <a:spcAft>
                <a:spcPts val="929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48  </a:t>
            </a:r>
            <a:r>
              <a:rPr sz="1100">
                <a:solidFill>
                  <a:srgbClr val="334155"/>
                </a:solidFill>
                <a:latin typeface="Malgun Gothic"/>
              </a:rPr>
              <a:t>마무리 · 혼자서도 척척!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