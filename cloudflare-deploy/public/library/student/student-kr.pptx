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4F46E5"/>
              </a:solidFill>
            </c:spPr>
          </c:dPt>
          <c:dPt>
            <c:idx val="3"/>
            <c:spPr>
              <a:solidFill>
                <a:srgbClr val="0EA5E9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AI 웜업</c:v>
                </c:pt>
                <c:pt idx="1">
                  <c:v>화상수업</c:v>
                </c:pt>
                <c:pt idx="2">
                  <c:v>복습게임</c:v>
                </c:pt>
                <c:pt idx="3">
                  <c:v>단어장</c:v>
                </c:pt>
                <c:pt idx="4">
                  <c:v>AI 친구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25</c:v>
                </c:pt>
                <c:pt idx="2">
                  <c:v>10</c:v>
                </c:pt>
                <c:pt idx="3">
                  <c:v>7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말하기</c:v>
                </c:pt>
                <c:pt idx="1">
                  <c:v>듣기</c:v>
                </c:pt>
                <c:pt idx="2">
                  <c:v>단어</c:v>
                </c:pt>
                <c:pt idx="3">
                  <c:v>문장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7</c:v>
                </c:pt>
                <c:pt idx="2">
                  <c:v>10</c:v>
                </c:pt>
                <c:pt idx="3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7C3AED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dPt>
            <c:idx val="5"/>
            <c:spPr>
              <a:solidFill>
                <a:srgbClr val="7C3AED"/>
              </a:solidFill>
            </c:spPr>
          </c:dPt>
          <c:cat>
            <c:strRef>
              <c:f>Sheet1!$A$2:$A$7</c:f>
              <c:strCache>
                <c:ptCount val="6"/>
                <c:pt idx="0">
                  <c:v>1주</c:v>
                </c:pt>
                <c:pt idx="1">
                  <c:v>2주</c:v>
                </c:pt>
                <c:pt idx="2">
                  <c:v>3주</c:v>
                </c:pt>
                <c:pt idx="3">
                  <c:v>4주</c:v>
                </c:pt>
                <c:pt idx="4">
                  <c:v>6주</c:v>
                </c:pt>
                <c:pt idx="5">
                  <c:v>8주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45</c:v>
                </c:pt>
                <c:pt idx="2">
                  <c:v>80</c:v>
                </c:pt>
                <c:pt idx="3">
                  <c:v>130</c:v>
                </c:pt>
                <c:pt idx="4">
                  <c:v>210</c:v>
                </c:pt>
                <c:pt idx="5">
                  <c:v>320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🎒 STUDENT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학생용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혼자서도 쉽게! 망고아이 완전 활용법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망고아이로 공부하는 학생 친구들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Malgun Gothic"/>
              </a:rPr>
              <a:t>망고아이가 뭐예요?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망고아이는 원어민 선생님과 1:1로 만나는 화상영어 수업과, 수업 전후로 스스로 공부하는 AI 학습·게임을 한 곳에 모은 사이트예요. 휴대폰·태블릿·PC 어디서나 인터넷 창(크롬/엣지)에서 바로 접속하고, 앱 설치도 필요 없어요. 이 설명서만 따라 하면 처음이라도 혼자서 쉽게 쓸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1:1 원어민 화상수업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정해진 시간에 선생님과 얼굴 보며 영어로 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웜업 · 발음 코치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수업 전에 몸을 풀고, 내 발음을 AI가 바로 고쳐줘요.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10가지 학습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게임으로 오늘 배운 단어·문장을 재미있게 복습해요.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포인트 · 배지 · 연속출석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공부할수록 포인트가 쌓이고 배지를 모을 수 있어요.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추천 하루 학습 루틴 (분)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tudent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처음 시작하기 &amp; 홈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접속·로그인·화면 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크롬(Chrome)·엣지(Edge) 브라우저에서 주소를 입력하면 바로 열려요. 로그인하면 우주 테마의 홈 화면이 나오고, 여기서 수업·게임·학습 메뉴로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브라우저에서 www.mangoi.co.kr 에 접속하고 로그인해요. (소셜 로그인도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위에서 내 이름·포인트(P) 로 로그인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‘열림’ 탭을 누르면 메뉴 사이드바가 펼쳐져요.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아래 A.i 상담사에게 궁금한 걸 물어볼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EN 버튼으로 화면 글자를 영어로 바꿀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앱 설치가 필요 없어요 — 인터넷 창만 있으면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홈 화면 아래 ‘Mangoi 앱 추가’로 홈 화면 아이콘을 만들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휴대폰·태블릿·PC 어디서나 같은 계정으로 이어서 공부할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내 기기에서만 자동 로그인을 켜두면 매번 입력하지 않아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선생님과 1:1로 만나기 (30초면 끝!)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정해진 수업 시간이 되면 화상교실에 들어가 원어민 선생님과 얼굴을 보며 공부해요. 처음엔 조금 낯설지만 순서만 따라 하면 금방 입장할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받은 입장 링크를 누르거나, 사이트에서 오늘 수업 카드를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이름을 입력해요. (방 코드는 보통 자동으로 채워져 있어요. 비어 있으면 공용 수업방으로 들어가요)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입장하기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브라우저가 물어보면 카메라·마이크 ‘허용’을 눌러요 — 그래야 얼굴과 목소리가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보이면 인사하고 수업을 시작해요!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크롬(Chrome)·엣지(Edge)에서 열면 가장 잘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안에서 링크를 열면 카메라가 막힐 수 있어요 → ‘다른 브라우저로 열기’.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이어폰(헤드셋)을 끼면 소리가 더 또렷하고 잡음이 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소리·화면이 안 되면 페이지를 새로고침하고 카메라·마이크를 다시 ‘허용’하세요.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5분 전에 미리 입장해 얼굴과 소리를 확인하면 마음이 편해요.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화면이 어떻게 생겼나요?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수업에 들어오면 화면이 크게 세 부분으로 나뉘어요. ① 맨 위 상단 바(방 정보·타이머·언어·다크모드), ② 가운데 큰 작업 공간(칠판·교재·영상 등이 열리는 곳), ③ 맨 아래 컨트롤 독(카메라·채팅·나가기 버튼). 왼쪽 위 작은 창에는 얼굴 영상과 칭찬 바구니가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왼쪽: `방: mangoi-class · 참여자: 2명` — 지금 방 이름과 접속 인원이에요.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오른쪽: ⏰ 타이머(수업 진행 시간), 🔴 REC(녹화 중 표시), 🌐 EN(영어로 바꾸기), 🌙 다크(어두운 화면).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가운데: 상단 탭에서 고른 도구(칠판·교재·영상 등)가 크게 열려요.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아래 가운데: 컨트롤 독 — 카메라·화면공유·채팅·나가기 버튼이 모여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작은 창: 내 얼굴 영상과 🧺 칭찬 바구니(받은 칭찬 개수).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 위에 마우스를 올리면 이름 설명(툴팁)이 떠요.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글씨가 영어로 보이면 오른쪽 위 EN을 눌러 한국어로 바꿔요.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화면이 눈부시면 🌙 다크로 바꾸면 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버튼이 많아 보여도, 자주 쓰는 건 칠판·교재·카메라·채팅 네 가지예요.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🗂️ 상단 탭 6가지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칠판·동영상·학생게임·배경화면·AI웜업·복습퀴즈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가운데 작업 공간 맨 위에는 6개의 탭 버튼이 있어요. 누르면 그 도구로 화면이 바뀌어요. 지금 켜진 탭은 색이 진하게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글씨·그림을 그리며 설명하는 화이트보드예요.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주소나 영상 파일을 함께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🎮 학생게임: 수업 중 학습 게임을 열어요. (수업 시간엔 제한될 수 있어요)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내 영상 뒤 배경을 바꾸고 얼굴을 꾸며요.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AI 웜업: 수업 전 영어로 입을 푸는 웜업이에요.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🧠 복습퀴즈: 이 수업 교재·레벨에 맞는 퀴즈를 AI가 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탭을 눌러도 얼굴 영상은 계속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 오른쪽 끝에는 📚 교재도구 ▾, ✍️ 필기도구 ▾ 가 더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수업은 보통 🖊 칠판과 📚 교재를 가장 많이 써요.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🖊️ 칠판 도구 하나하나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펜·지우개·도형·글자·저장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🖊 칠판 탭을 열면 위쪽에 그림 도구가 한 줄로 나와요. 왼쪽부터 오른쪽까지 버튼을 하나씩 살펴볼게요.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✏️ 펜: 자유롭게 선을 그려요. / 🧽 지우개: 그린 것을 지워요.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📏 선: 곧은 직선 / ⬜ 사각형 / ⭕ 원 을 그려요.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📝 텍스트: 키보드로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색상(네모 색칸): 펜 색을 골라요. / 굵기(막대): 선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삐뚤게 그려도 반듯한 도형으로 자동 정리해줘요.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✍️ AI 글자: 손글씨를 알아보고 깔끔한 글자로 바꿔줘요.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🗑️ 전체 지우기: 칠판을 모두 지워요. / 💾 저장: 칠판을 그림 파일로 저장해요.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색과 굵기를 바꿔 중요한 부분을 강조하면 기억에 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도형·AI 글자는 켜면 자동으로 정리돼요(실험 기능).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저장(💾)을 누르면 지금까지 그린 칠판이 이미지로 내려받아져 복습에 쓸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수업이 끝나기 전에 칠판을 💾 저장하면 오늘 배운 걸 그대로 남길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교재도구 (PDF·사진 공유)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업로드·라이브러리·페이지 넘기기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📚 교재도구 ▾ 를 누르면 아래로 메뉴가 펼쳐져요. 교재(PDF·사진)를 올려 모두 함께 보는 도구예요.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📁 교재 업로드 (PDF/JPG/PNG): 내 기기의 교재 파일을 올려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라이브러리: 학원(관리자)이 올려둔 교재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⬇ 다운로드: 지금 보는 교재 파일을 내려받아요.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◀ 이전 / 다음 ▶: 교재 페이지를 넘겨요.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🔲 화면 맞춤 / 100% / 1:1: 교재 크기를 화면에 맞추거나 실제 크기로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⏹ 공유 중지: 교재 공유를 끝내요.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올리는 즉시 상대방 화면에도 똑같은 페이지가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PDF뿐 아니라 JPG·PNG 사진도 올릴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전에 교재를 미리 올려두면 시작이 매끄러워요.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materials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필기도구 (교재 위에 쓰기)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펜·형광펜·텍스트·되돌리기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✍️ 필기도구 ▾ 를 누르면 필기 메뉴가 펼쳐져요. 교재나 화면 위에 바로 필기할 때 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펜: 화면 위에 자유롭게 써요. / 🖍 형광펜: 중요한 곳을 밝게 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🧽 지우개: 필기를 지워요. / 📝 텍스트: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그린 도형을 반듯하게 정리해요.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굵기(막대): 펜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↩ 되돌리기: 방금 한 필기를 취소해요. / 🗑 지우기: 필기를 모두 지워요.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띄운 상태에서 필기하면 교재 위에 바로 표시돼요.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형광펜으로 핵심 단어를 칠하면 눈에 잘 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실수했을 땐 ↩ 되돌리기 한 번이면 깔끔하게 취소돼요.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rite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📹 동영상 함께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유튜브·영상 파일 공유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📹 동영상 탭에서는 유튜브 주소나 영상 파일을 올려 함께 볼 수 있어요. 노래·영상 자료로 수업할 때 좋아요.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입력칸에 유튜브 주소(URL)를 붙여넣기 하거나, 영상 파일을 업로드해요.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▶ URL 재생 / 전체 재생 버튼으로 영상을 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영상 으로 다른 영상으로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영상은 상대방 화면에서도 함께 재생돼요.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중요한 자료는 이어폰을 끼면 더 잘 들려요.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미리 볼 영상 주소를 준비해두면 수업 중 바로 틀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🎨 배경화면 &amp; 얼굴 꾸미기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배경 바꾸기·마스크·액세서리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🎨 배경화면 탭에서는 내 얼굴 뒤 배경을 바꾸고, 얼굴에 재미있는 꾸미기를 더할 수 있어요. 그리드에서 원하는 걸 눌러요.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 배경 그리드에서 원하는 배경(우주·사막·숲·벚꽃·백사장·피라미드 등)을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배경 끄기를 누르면 원래 카메라 화면으로 돌아와요.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아래쪽 얼굴 꾸미기(마스크·액세서리)에서 안경·모자·동물 같은 꾸미기를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마음에 안 들면 다시 눌러 끄면 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배경을 바꿔도 얼굴은 그대로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너무 화려한 꾸미기는 수업 집중에 방해될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수업엔 깔끔한 배경, 쉬는 시간엔 재미있는 꾸미기로 분위기를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🔲 화면 크기·배치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1/4·1/2·3/4·전체·PIP·솔로·자유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영상 위쪽의 크기 막대로 내 얼굴 영상 창의 크기와 배치를 바꿀 수 있어요. 지금 고른 크기는 파란색으로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1/4 · 1/2 · 3/4 · 전체: 영상 창을 화면의 1/4~전체 크기로 키우거나 줄여요.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📌 PIP: 영상을 교재·칠판 위에 작게 띄워 겹쳐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👤 솔로: 다른 사람은 숨기고 내 화면만 크게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⤡ 자유: 제목줄을 끌어 옮기고, 오른쪽 아래 모서리를 끌어 원하는 크기로 조절해요.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볼 땐 영상을 작게(1/4), 발표할 땐 크게(전체)가 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📌 PIP는 교재를 보면서 얼굴도 같이 보고 싶을 때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화면이 좁으면 영상을 1/4로 줄이고 교재를 크게 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layout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교사가 주면 학생 바구니에 +1P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수업을 잘하면 교사가 그 자리에서 칭찬 포인트를 줄 수 있어요. 교사가 학생 화면의 🌟 ‘칭찬’ 별 버튼을 누르면 그 학생에게 즉석에서 +1P가 지급되고, 학생 화면의 🧺 포인트 바구니에 실시간으로 쌓여요.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교사: 학생 영상 화면 왼쪽 위의 🌟 ‘칭찬’ 버튼을 눌러요 → 그 학생에게 +1P 지급. (누른 횟수가 별 옆 숫자로 쌓여요)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여러 명이면 ‘칭찬 주기’ 바에서 학생을 골라 줄 수도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학생: 내 화면 왼쪽 위 🧺 포인트 바구니에 +1P가 날아와 실시간으로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학생이 별점 평가를 남기면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모인 포인트는 포인트 상점·룰렛 등에서 보상으로 써요.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칭찬을 많이 받을수록 포인트가 빨리 쌓여요.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 별에는 연타 방지 쿨다운이 있어 잠깐 회색이 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바구니 포인트는 ‘이번 수업에 받은 것’, 총 포인트는 상단 P에 합산돼요.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눌러 주는 거예요. 학생이 스스로 올릴 수는 없어요.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교사는 학생이 잘한 순간 바로 🌟칭찬! 즉각적인 보상이 동기부여에 가장 효과적이에요.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🎛️ 하단 독 &amp; 칭찬 바구니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카메라·화면공유·채팅·나가기·칭찬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맨 아래 가운데의 컨트롤 독에는 수업 중 가장 자주 쓰는 버튼이 모여 있어요. 왼쪽 위 작은 🧺 칭찬 바구니도 함께 알아볼게요.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⚙️ 설정: 카메라·마이크 장치를 고르고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 / 🎤 마이크: 내 얼굴·소리를 켜고 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🖥️ 화면 공유: 내 컴퓨터 화면을 상대에게 보여줘요.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💬 채팅: 글자로 대화해요(단어·링크 전달에 좋아요).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원어민: 원어민 도우미/통역 기능을 불러요.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🚪 나가기: 수업을 끝내고 방에서 나가요.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🧺 칭찬 바구니(왼쪽 위): 수업 중 받은 칭찬(별·스티커)이 여기에 모여요.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나가기(🚪) 전에 칠판·필기를 저장했는지 확인해요.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안 들리면 ⚙️ 설정에서 마이크·스피커 장치를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화면 공유는 브라우저가 ‘공유할 창’을 물어봐요 — 보여줄 화면을 고르고 허용하면 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바구니에 칭찬이 쌓이면 그만큼 잘하고 있다는 뜻이에요!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🙋 수업 중 이렇게 참여해요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말하기·질문·함께 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화상수업은 ‘보는 수업’이 아니라 ‘같이 하는 수업’이에요. 선생님 말을 듣기만 하지 말고, 아래 방법으로 적극적으로 참여할수록 영어가 빨리 늘어요.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물어보면 🎤 마이크를 켜고 소리 내어 대답해요. (말할 때만 켜면 잡음이 줄어요)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잘 안 들리거나 궁금하면 💬 채팅으로 질문해요. 모르는 단어도 글로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칠판에 함께 써요 — 선생님이 허락하면 펜으로 답을 적거나 그릴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📄 교재를 같이 넘기며 지금 보는 페이지를 따라가요.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카메라는 켜두는 게 좋아요 — 표정을 보며 선생님이 더 잘 도와줘요.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말할수록 좋아요. 틀려도 괜찮아요!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잘하면 선생님이 🌟칭찬 포인트를 줘요(앞 장 참고).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이어폰을 끼면 소리가 또렷해요.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‘한 번 더 말해 주세요(One more time, please)’ 같은 표현을 외워두면 수업이 편해져요.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ass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🏁 수업이 끝나면 — 복습 &amp; 별점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복습퀴즈·별점으로 +10P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배운 걸 바로 정리해요. ‘복습퀴즈를 하시겠어요?’ 창이 뜨고, 별점 평가를 남기면 포인트도 받아요.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‘복습퀴즈를 하시겠어요? 예 / 아니오’ 창이 떠요.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‘예’를 누르면 오늘 수업에 맞춘 복습퀴즈가 자동으로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별점 평가(오늘 수업 어땠나요? 별 7개)를 남기면 +10P를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이어서 학습 게임으로 오늘 단어를 한 번 더 복습하면 완벽해요.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복습이 기억에 가장 오래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별점 평가는 선생님께 도움이 되고, 나도 포인트를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별점 평가를 남겨야 수업에서 나갈 수 있어요(솔직하게 남겨도 괜찮아요).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복습퀴즈 → 게임 → 단어장 순서로 이어서 하면 오늘 배운 게 확실히 내 것이 돼요.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🩺 수업 전 장비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카메라·마이크·인터넷 미리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카메라·마이크·네트워크·조명이 괜찮은지 미리 확인하는 화면이에요. 점수와 신호등으로 지금 상태가 좋은지 바로 알려줘서, 수업 중 끊김을 막아줘요.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점검 화면에서 카메라·마이크·네트워크·조명을 한 번에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종합 점수와 항목별 신호(초록/노랑/빨강)를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빨간불이 뜨면 안내대로 조명을 켜거나 자리를 옮겨 다시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밝은 곳에서 얼굴이 잘 보이면 선생님이 표정을 읽고 더 잘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와이파이가 약하면 공유기 가까이로 옮기면 좋아져요.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점검은 수업 5분 전에! 문제를 미리 해결하면 수업이 끊기지 않아요.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eacher_pre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AI 웜업으로 몸풀기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시작 전 3분 준비운동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AI 친구가 오늘 배울 교재와 연결된 영어 질문을 건네요. 편하게 대답하며 입을 풀면 수업 첫 5분이 훨씬 편해져요.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전 AI 친구가 영어로 인사를 건네요. 편하게 대답해요.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오늘 배울 교재와 연결된 질문이 나와 미리 감을 잡아요.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말하기·듣기 버튼으로 목소리로 대답하거나 글로 적어요.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웜업 내용은 선생님도 볼 수 있어 수업이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준비운동이니까 편하게!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 수업 전 웜업을 습관으로 만들면 말문이 빨리 트여요.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arm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🎙️ AI 음성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발음을 바로 고쳐줘요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레벨에 맞는 문장을 따라 읽고 마이크로 녹음하면, AI가 발음 점수와 고칠 부분을 알려줘요. 원어민 소리도 다시 들으며 스스로 교정할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레벨(Phonics·BTS·SIU 등)을 골라 내 수준의 문장을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문장을 따라 읽고, 빨간 마이크 버튼을 눌러 녹음해요.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발음 점수와 고칠 부분을 알려줘요.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‘다시 듣기’로 원어민 소리를 확인하고 한 번 더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짧은 문장부터 또박또박 연습하면 점수가 잘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수업에서 배운 문장을 여기서 반복하면 효과가 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5문장이면 발음이 눈에 띄게 좋아져요.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레벨 테스트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영어 실력 알아보기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지금 내 영어 실력이 어느 정도인지 확인하는 테스트예요. 결과가 커리큘럼에 반영돼서 너무 쉽거나 어려운 수업을 피할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레벨테스트 신청 화면에서 방식(AI 자동/선생님)과 날짜·시간을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안내에 따라 말하기·듣기 문제를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결과가 커리큘럼(내 레벨) 에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처음 시작할 때 꼭 한 번 받는 걸 추천해요.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정기적으로 다시 받으면 실력이 얼마나 늘었는지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편한 마음으로! 지금 실력을 정확히 아는 게 목적이에요.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level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🗺️ 내 레벨 · 커리큘럼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어디까지 배웠는지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단계로 내가 지금 어디에 있는지, 다음에 무엇을 배우는지 보여줘요. 수업과 게임을 할수록 다음 레벨로 올라가요.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Level 1~10 중 내가 지금 있는 단계를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레벨을 누르면 배우는 내용과 목표가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목표 레벨을 정해 꾸준히 도전해요.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레벨이 올라갈수록 배우는 문장이 길고 실용적이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선생님과 목표 레벨을 함께 정하면 동기부여가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내 레벨을 알면 게임·복습도 딱 맞는 단어로 나와요.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🎮 학습 게임 허브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10가지 게임으로 복습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학생게임 메뉴에는 10가지 게임이 있어요. 오늘 내 교재·레벨 단어가 게임에 나와서, 놀면서 자연스럽게 복습하고 포인트도 모아요.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학생게임 메뉴에서 원하는 게임 카드를 눌러 바로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위쪽에서 영어/중국어, 게임 속도를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맞히면 포인트가 쌓이고 연속학습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결과·잘한 점을 알려줘요.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 단어는 오늘 배운 내용과 연결돼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‘말하기’가 붙은 게임은 소리 내어 말하면 점수가 더 올라요.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게임은 ‘복습’이에요. 수업 단어가 게임에 나오면 더 오래 기억돼요.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gam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⚔️ 3D 배틀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보스와 퀴즈 대결!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레슨 보스전에서 문제를 맞히며 3D 캐릭터로 공격하는 게임이에요. 정답을 맞힐수록 강해지고 배지를 얻어요.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레슨 보스전에 들어가 문제를 풀며 공격해요.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맞힐수록 강해지고 배지를 얻어요.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틀려도 다시 도전하며 단어를 익혀요.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소리를 켜면 효과음까지 더 실감나요.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보스를 이기면 특별 배지를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어려우면 게임 속도를 ‘천천히’로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battle3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슈팅 · 마스터리 게임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쏘고 낚으며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우주에서 단어를 쏘거나(슈팅+말하기), 목표 문장을 만들며 단어를 사냥·낚시하는(마스터리) 게임이에요. 난이도와 속도를 골라 나에게 맞게 즐겨요.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슈팅+말하기: 단어를 순서대로 쏘고 문장을 완성해요.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마스터리(단어 사냥/문장 낚시): 목표 문장을 만들며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난이도·속도를 바꿔 도전 수준을 골라요.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말하기 게임은 소리 내어 말하면 점수가 잘 올라요.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목표 문장을 큰 소리로 읽으면 기억에 남아요.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‘쉬움/보통’으로 시작해 익숙해지면 올려보세요.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ast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🧟 워드파이터 (좀비)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단어로 좀비 물리치기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몰려오는 좀비를 단어·문장으로 물리치는 액션 게임이에요. 긴장감 속에서 빠르게 단어를 떠올리는 연습이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단어·문장에 맞게 입력하거나 말해 좀비를 막아요.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정답이 빠를수록 점수와 콤보가 올라가요.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생명이 다하기 전에 최대한 많이 맞혀요.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빠른 반응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모르는 단어는 넘기지 말고 뜻을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긴장되면 심호흡! 정확도가 속도보다 중요해요.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ordfigh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🕵️ 용의자 추리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이야기로 배우는 듣기·말하기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선생님(AI)의 영어 힌트를 듣고 범인을 찾아 영어로 말하는 추리 게임이에요. 이야기 속에서 듣기와 말하기를 동시에 연습해요.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‘수업 시작(Start Class)’을 눌러 사건을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영어 힌트를 듣고 단서를 모아요.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범인을 골라 영어로 이유를 말해요.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듣기 집중력이 좋아져요.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이유를 영어로 말하는 연습이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힌트를 놓치면 다시 듣기로 확인하세요.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u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🗣️ 말하기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듣고 따라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문장을 듣고 따라 말하며 발음과 문장을 점검하는 퀴즈예요. 오늘 배운 내용을 소리 내어 정리할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‘시작하기’를 눌러 문제를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문장을 듣고 따라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결과·발음 피드백을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 내어 말할수록 실력이 늘어요.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하면 인식이 잘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직후 바로 하면 기억에 2배로 남아요.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a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✅ 복습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내용 짧게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내용을 짧게 확인하는 퀴즈예요. 무엇을 잘했고 무엇을 더 볼지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후 뜨는 복습 퀴즈를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틀린 문제는 해설로 다시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더 볼 단어를 체크해요.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짧아서 부담 없이 매번 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틀린 단어는 단어장·게임으로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 퀴즈 → 게임 순서로 이어서 하면 완벽해요.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단어장 (My Vocab)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단어 카드로 암기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내가 모은 단어를 카드로 외우는 나만의 단어장이에요. 뜻과 발음을 확인하며 이동 중에도 복습할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단어장에서 내 단어 카드를 넘겨봐요.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카드에서 뜻·발음을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아는 단어와 모르는 단어를 나눠 반복해요.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게임·수업에서 나온 단어가 모여요.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중 자투리 시간에 딱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하루 10단어씩만 봐도 한 달이면 300단어예요.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voc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친구 (Mango)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영어로 자유 채팅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AI 친구 Mango와 영어로 자유롭게 대화하며 회화를 연습해요. 틀려도 부끄럽지 않아 마음껏 말할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친구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하고 싶은 말을 영어로 입력하거나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Mango의 대답을 읽고 자연스럽게 대화를 이어가요.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마음껏 연습!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심심할 때 영어로 수다 떨기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‘What is …?’처럼 궁금한 걸 물어보며 배워보세요.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fri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AI 영작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문장을 자연스럽게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쓰고 싶은 문장을 넣으면 AI가 자연스러운 영어로 고쳐줘요. 왜 그렇게 바뀌는지 배우며 작문 실력을 키워요.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쓰고 싶은 문장을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영작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고쳐진 문장과 이유를 확인하고 따라 써봐요.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일기·자기소개 문장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고친 부분을 외우면 실력이 빨리 늘어요.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고쳐진 문장을 소리 내어 읽으면 말하기에도 도움돼요.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wr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연속출석 · 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꾸준함이 실력!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매일 학습하면 불꽃(스트릭)이 이어지고, 조건을 채우면 10종 배지를 자동으로 모아요. 꾸준함이 쌓여 실력이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매일 ‘오늘 학습’을 하면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하루 쉬면 불꽃이 꺼지니 매일 조금씩 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채우면 배지를 자동으로 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짧아도 매일 하는 게 가장 중요해요.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배지를 모으는 재미로 습관이 만들어져요.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‘오늘 학습’ 버튼만 눌러도 스트릭이 이어져요.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trea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MBTI 성향 테스트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학습 스타일 알기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간단한 질문으로 내 학습 성향을 알아보는 테스트예요. 나에게 맞는 공부 방법을 찾는 데 도움이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질문에 편하게 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내 성향과 학습 팁을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 방법을 수업·게임에 적용해요.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재미로 즐기며 나를 알아가요.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성향에 맞는 게임을 골라도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결과를 선생님과 공유하면 맞춤 코칭에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b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일정 스스로 잡기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형태(1:1/그룹)·날짜·시간을 달력에서 골라 예약하는 화면이에요. 예약하면 잔여 횟수와 다음 수업이 자동으로 정리돼요.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형태(1:1/그룹)를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날짜·시간을 달력에서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주간 수업 횟수를 정하고 결제/확정으로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가능한 시간이 색으로 표시돼 고르기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선생님으로도 선택할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시간대는 빨리 차니 미리 예약하세요.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· 변경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사정이 있을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사정이 생기면 수업을 다음으로 미루거나 시간을 바꾸는 화면이에요. 변경한 일정은 자동으로 안내돼요.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연기하기/변경하기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미룰 날짜·시간을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확인하면 수업 횟수는 그대로 보존돼요.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연기해도 수업 횟수는 사라지지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수업 직전에는 연기가 어려울 수 있어요(연기·환불 규정 확인).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일정이 바뀔 것 같으면 되도록 하루 전에 신청하세요.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[학부모] 자녀 학습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학부모님은 자녀의 학생 ID만 넣으면 ‘마이페이지’에서 우리 아이가 얼마나 잘 하고 있는지 한 화면에서 볼 수 있어요. 앱 설치 없이 웹에서 바로 확인돼요.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마이페이지(학부모 전용 화면)를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자녀의 학생 ID를 넣고 조회하기를 눌러요. (한 번 조회하면 저장돼요)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 그리드로 언제 수업했는지, 포인트 흐름으로 적립·사용을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평가서(강사가 쓴 최근 평가)·AI 음성 코칭 진도·배지 진열장을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학습 추천과 월별 보고서(인쇄·PDF 저장)로 이번 달 성장을 정리해요.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출석·평가·포인트·코칭 진도가 한 화면에 모여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인쇄하거나 PDF로 저장할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ID를 모르면 강사·학원에 문의하세요.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관리하세요 — ID만 알면 누구나 볼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다음 날 평가서를 함께 읽고 칭찬해 주시면 아이의 학습 동기가 크게 올라가요.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[학부모] 결제·수업 연기·환불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수강료와 일정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수강료 결제, 사정이 있을 때의 수업 연기·변경, 환불 규정까지 학부모님이 알아두면 좋은 내용이에요. 모두 웹에서 처리되고, 규정에 따라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신청/결제: 수업 형태(1:1/그룹)·횟수를 고르고 결제해요.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연기·변경: 사정이 생기면 미리 신청해 다음으로 미뤄요. (수업 횟수는 보존)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환불: 환불 규정표(수업 시작 전 100% 등)에 따라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궁금하면 고객센터(전화·이메일·카카오)로 문의해요.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연기는 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수업의 환불은 정가 기준으로 재정산돼요.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미납·결제 안내는 알림톡·문자로 받아볼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연기 없이 빠진 수업은 결석 처리될 수 있어요. 규정을 미리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등록 시 연기·환불 규정을 미리 확인해두면 나중에 헷갈리지 않아요.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 시간과 🇵🇭 필리핀 시간이 함께 뜨는 작은 시계예요. 우리 원어민 선생님은 필리핀에 계셔서, 두 나라 시간을 같이 보면 수업 시간을 헷갈리지 않아요.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영어뿐 아니라 중국어 발음도 코치받을 수 있어요! ‘다락원 중국어 마스터’ 교재(Lv 1~20)에 맞춰 문장을 따라 읽으면, AI가 음성을 인식해 원어민과 비교해줘요. 한자와 병음(발음)이 함께 나와요.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AI 음성 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오늘 하루를 영어로 말하면 AI가 첨삭해줘요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오늘 있었던 일을 영어로 말하면, AI가 내 발음을 글로 옮겨 적고(전사) 문장을 자연스럽게 첨삭한 뒤 점수와 칭찬을 남겨줘요. 매일 조금씩 쌓이면 나만의 영어 일기장이 완성돼요!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메뉴에서 📔 AI 음성 일기 카드를 눌러요. (영어·중국어 발음 코치 카드 옆)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녹음 탭에서 ‘녹음 시작’을 누르고 오늘 하루를 영어로 말해요. (30초 정도면 충분!)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‘정지’를 누르면 AI가 자동으로 전사 → 첨삭 → 점수·칭찬을 만들어줘요.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📅 캘린더 탭에서 지난 일기를 날짜별로 다시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말한 영어를 글로 바꿔주고, 어색한 문장을 자연스럽게 고쳐줘요.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점수(0~100)와 한국어 격려 한마디로 매일 동기부여가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하면 연속출석·배지와도 연결돼 꾸준함이 실력이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녹음은 로그인한 뒤 사용할 수 있어요. 조용한 곳에서 또박또박 말하면 전사가 더 정확해요.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완벽한 문장이 아니어도 괜찮아요. 매일 ‘한 문장’이라도 말하는 습관이 가장 중요해요!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다음은 어디로? (학습 흐름 안내)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한 활동이 끝나면 다음 활동을 바로 추천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웜업·게임·수업·복습·발음 등 한 가지 활동을 마치면, 화면에 ‘🚀 다음은 어디로 이동할까요?’ 메뉴가 떠요. 메뉴를 다시 찾아 헤맬 필요 없이, 추천 표시(⭐) 를 따라 자연스럽게 다음 활동으로 이어갈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웜업·학생게임·복습퀴즈·수업·단계별 발음 등을 끝까지 완료해요.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완료 화면의 ‘🚀 다음 활동 고르기’ 버튼(또는 자동으로 뜨는 메뉴)을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메뉴에서 수업 입장·AI 웜업·복습퀴즈·학생게임·녹화 다시보기·단계별 발음 등을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추천(⭐) 이 붙은 항목은 지금 하기 좋은 다음 활동이에요.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추천 흐름: 웜업 → 게임 → 수업 → 복습 → 발음 → 게임 처럼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‘녹화 다시보기’ 를 고르면 직전 수업 영상을 바로 다시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게임·퀴즈를 안 해도 목록 화면의 ‘🚀 다음으로 이동’ 버튼으로 메뉴를 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무엇을 할지 고민될 때 이 메뉴를 켜면, 오늘 공부를 매끄럽게 이어갈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A.i 상담사에게 물어보기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 우하단 상담 아바타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 오른쪽 아래에 있는 ‘A.i 상담사’ 를 누르면, 24시간 언제든 궁금한 점을 물어볼 수 있어요. 이용 방법·기능 위치·수업 안내를 알려주고, 원하면 해당 메뉴로 바로 데려다줘요.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화면 우하단의 A.i 상담사 아이콘을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채팅창에 궁금한 점을 편하게 입력해요. (예: “복습퀴즈 어디서 해요?”)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상담사가 답변과 함께 필요한 메뉴로 이동하도록 안내해줘요.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마이크로 말해서 물어볼 수도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학생게임·발음코치·음성일기 등 기능 위치를 바로 안내해줘요.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언제든(밤·주말에도) 물어볼 수 있어 혼자서도 척척 이용할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운영·결제 등 사람이 도와야 하는 문의는 카카오톡 상담이나 고객센터로 연결돼요.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“○○ 하고 싶어요”처럼 하고 싶은 걸 말하면, 그 화면으로 데려다줘요.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ai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📋 학생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메뉴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이럴 때 써요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얻는 것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화상수업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원어민 1:1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정해진 수업 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말하기 실력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수업 툴바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영상·교재·칠판·채팅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도구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웜업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전 준비운동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5분 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부담 없는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음성코치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발음 녹음·교정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발음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학습게임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게임으로 복습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포인트·기억력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단어장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단어 카드 암기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이동 중·자습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어휘력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친구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자유 영어 채팅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심심할 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회화 자신감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연속출석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학습 불꽃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배지·습관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레벨테스트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실력 진단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시작·정기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맞춤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게임별 연습 영역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꾸준히 하면 이렇게! (예시 포인트)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무엇으로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휴대폰·태블릿·PC 모두 돼요. 크롬(Chrome)이나 엣지(Edge)를 추천해요. 앱 설치는 필요 없어요.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수업에 어떻게 들어가요?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입장 링크나 수업 카드를 누르고, 이름을 넣어 ‘입장하기’를 누른 뒤 카메라·마이크를 ‘허용’하면 돼요.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소리·화면이 안 나와요.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카메라·마이크 ‘허용’을 눌렀는지 확인하고, 크롬/엣지로 다시 열어보세요. 카카오톡 안이면 ‘다른 브라우저로 열기’.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 중 교재는 어떻게 봐요?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위쪽 ‘교재’ 탭을 누르면 선생님이 올린 자료가 보여요. 칠판·채팅도 탭으로 바꿔 써요.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포인트는 어디에 쓰나요?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학습·게임으로 모은 포인트로 상점·룰렛 등에서 보상을 받을 수 있어요.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영어가 어려워요.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AI 친구·음성코치는 틀려도 괜찮아요. 레벨테스트로 내 수준을 맞추면 훨씬 쉬워져요.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✅ 수업 준비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크롬/엣지 브라우저로 접속했나요?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카메라·마이크를 ‘허용’했나요?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밝은 곳에서 얼굴이 잘 보이나요?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이어폰(헤드셋)을 연결했나요?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전 AI 웜업으로 몸을 풀었나요?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교재·필기도구가 준비됐나요?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5분 전에 미리 입장했나요?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7C3AED"/>
                </a:solidFill>
                <a:latin typeface="Malgun Gothic"/>
              </a:rPr>
              <a:t>🏁 마무리 · 혼자서도 척척! 나의 망고아이 학습 루틴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이제 망고아이를 어떻게 쓰는지 다 알았어요! 마지막으로 하루를 어떻게 공부하면 좋은지, 그리고 실력이 쑥쑥 크는 습관을 한 장에 정리했어요. 이 페이지만 기억해도 혼자서 척척 공부할 수 있어요.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전 (5~10분 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마이페이지 → 🎥 수업 진단으로 카메라·마이크 확인, 🔥 AI 웜업으로 입 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입장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🎥 수업 입장 버튼 → 이름 넣고 입장 → 카메라·마이크 ‘허용’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🎤 마이크로 대답하기 · 💬 채팅으로 질문 · 🖊 칠판 함께 쓰기 · 🌟 칭찬 포인트 받기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수업이 끝나면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🧠 복습퀴즈 ‘예’ → ⭐ 별점 평가(+10P) → 🎮 학습게임으로 오늘 단어 복습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매일 조금씩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🔥 연속출석 불꽃 유지 · 📚 단어장 · 🤖 AI 친구 · 🎙️ 음성코치로 발음 연습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조금씩 — 짧아도 매일 하면 연속출석 불꽃이 이어져요.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말하기 — 틀려도 괜찮아요! 소리 내어 말할수록 빨리 늘어요.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 — 복습퀴즈·게임을 바로 하면 기억이 2배로 남아요.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즐겁게 게임으로 — 오늘 배운 단어가 게임에 나와서 놀며 복습돼요.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모르면 바로 확인 — 모르는 단어는 넘기지 말고 뜻·발음을 확인해요.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크롬·엣지에서, 카메라·마이크 ‘허용’ 꼭 누르기 (카카오톡 안이면 다른 브라우저로)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포인트는 학습·게임·수업 중 🌟칭찬으로 쌓여 상점·룰렛에서 보상으로 써요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영어가 어려우면 AI 친구·음성코치는 틀려도 OK, 레벨테스트로 내 수준에 맞추기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공부 리듬은 ‘웜업 → 수업 → 칭찬 → 복습’!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매일 조금씩 꾸준히 하는 친구가 결국 영어를 제일 잘하게 돼요. 틀리는 걸 두려워하지 말고 마음껏 말해 보세요. 망고아이 친구들이 늘 응원할게요. 오늘도 파이팅! 🍊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