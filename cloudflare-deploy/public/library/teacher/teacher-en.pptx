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End the video class with ‘Leave’ and the coaching card appears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Toggle 🇰🇷 Korean / 🇺🇸 English to read it in the language you prefer.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engagement · talk-ratio · praise-count summary and the strengths · improvements · one action.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English is the default for native-speaker teachers, with Korean provided alongside.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class-quality score (0–100) and a detailed summary help you find your own growth points.</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if the AI is briefly slow, baseline coaching in both languages is always provided.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is meant to support your own growth. Admins only receive a monthly rollup.</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