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점검 화면에서 카메라·마이크·네트워크·조명을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종합 점수와 항목별 신호(정상/주의)를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빨간 항목은 조명·자리·연결을 조정하고 다시 점검해요.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점검은 수업 5~10분 전에!</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입장 전에 문제를 해결해 두세요.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로그인 후 화면에서 ‘👤 마이페이지’ 버튼을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골드색 ‘🎥 수업 입장’ 버튼을 찾아요. (옆의 ‘💳 결제하기’와 한 줄)</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입장’을 누르면 화상수업 로비로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안내문구 ‘🎥 화상수업 로비로 입장 · 📹 마이크/카메라 사용’을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입장’ 버튼 하나로 바로 화상수업 로비까지 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마이페이지에는 수업 진단·연기/변경·전체메뉴 등도 함께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학생도 똑같은 ‘수업 입장’ 버튼으로 들어와요.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버튼을 눌러도 카메라·마이크 허용을 안 하면 얼굴·소리가 연결되지 않아요.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진단: 수업 전 카메라·마이크·네트워크·조명을 점검해요. (수업 5~10분 전 필수)</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입장: 화상수업 로비로 들어가요. (앞 장 참고)</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연기/변경: 학생 요청이나 사정에 따라 수업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 🎤 단계별 발음: 학생에게 낼 복습·발음 자료를 미리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진단 → 수업 입장’ 순서를 습관으로 만드세요.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글자가 영어로 보이면 EN 버튼으로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검색/비서에게 ‘○○ 열어줘’라고 말해도 바로 이동해요.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입장 화면에서 이름을 넣어요.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방 코드를 확인해요. (비우면 공용 수업방)</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입장하기를 누르고 카메라·마이크 허용을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입장을 기다리며 화면·소리를 점검해요.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미리 입장해 카메라 구도·소리를 확인하세요.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크롬/엣지 권장, 카카오톡 인앱은 피하세요.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학생이 입장이 안 되면 브라우저 권한·종류부터 확인하도록 안내하세요.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입장 후 배경·조명·소리를 30초만 점검하면 수업이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교재 업로더에 파일을 끌어다 놓거나 선택해 올려요.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업로드한 교재는 교재 뷰어에서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교재 탭 공유로 바로 띄워요.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전에 올려두면 시간을 아껴요.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PDF·이미지 모두 지원돼요.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차시별로 파일 이름을 정해두면 찾기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AI 웜업 내용을 참고해 대화를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 질문을 본수업 주제로 이어가요.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웜업을 안 한 학생은 가벼운 질문 1~2개로 풀어줘요.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웜업을 언급하면 학생 몰입도가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도입이 매끄러워 수업 리듬이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‘아까 웜업에서 …라고 했지?’ 한마디면 분위기가 풀려요.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 수준에 맞는 음성코치 문장을 함께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녹음→점수→다시듣기로 교정하게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문장을 음성코치 숙제로 연결해요.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문장 → 음성코치 반복’ 루틴이 효과적이에요.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점수로 성취감을 주면 꾸준히 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어려운 소리(r, th 등)는 짧은 단어부터 반복시키세요.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평가서 화면에서 오늘 수업을 기록해요.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항목별 별점과 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리포트·학부모 페이지에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 1개 + 개선 1개 원칙으로 짧고 구체적으로.</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작성해야 가장 정확해요.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구체적 사례(‘today’s r sound was great’)를 넣으면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Praise에서 학생과 항목을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별점(7개 항목)과 스티커·코멘트를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학생·학부모에게 보여요.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바로 남기면 효과가 커요.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구체적 칭찬이 두루뭉술한 칭찬보다 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작은 성취도 칭찬하면 다음 수업 참여가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게임 학습 리포트에 학생 ID를 넣고 조회해요.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약점 단어(자주 틀린 단어)를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수업에서 집중 복습시켜요.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데이터 기반으로 약점을 정확히 짚어요.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3개만 골라도 복습 효과가 확실해요.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약점 단어를 채팅·칠판에 띄우고 반복하면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리포트에서 학습 진행·성과를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레슨 관리에서 지난/예정 수업을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 목표를 한 줄로 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진도 연속성이 좋아져요.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목표를 적어두면 수업 방향이 뚜렷해져요.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끝에 다음 목표를 적어두면 인수인계도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연기/변경 요청을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규정에 맞으면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변경 내용이 자동 안내되는지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규정 위반 직전 요청은 정책대로 안내해요.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연기해도 학생 수업 횟수는 보존돼요.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연기 마감 규정을 학생에게 미리 안내하세요.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긴급하면 원격지원으로 직접 도움받아요.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‘소리/화면 안 됨’은 권한·브라우저부터 확인.</a:t>
            </a:r>
          </a:p>
          <a:p>
            <a:pPr>
              <a:lnSpc>
                <a:spcPct val="115000"/>
              </a:lnSpc>
              <a:spcAft>
                <a:spcPts val="200"/>
              </a:spcAft>
            </a:pPr>
            <a:r>
              <a:rPr sz="900" b="1">
                <a:solidFill>
                  <a:srgbClr val="EA580C"/>
                </a:solidFill>
                <a:latin typeface="Malgun Gothic"/>
              </a:rPr>
              <a:t>● </a:t>
            </a:r>
            <a:r>
              <a:rPr sz="1100">
                <a:solidFill>
                  <a:srgbClr val="334155"/>
                </a:solidFill>
                <a:latin typeface="Malgun Gothic"/>
              </a:rPr>
              <a:t>운영시간 내 문의가 빨라요.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문제와 해결법을 정리해두면 수업 손실이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종료 후 AI 코칭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잘한 점·개선점·오늘의 실천 1가지</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마치고 나가면, AI가 이번 수업을 분석해 ‘잘하신 점 / 개선점 / 오늘의 실천 1가지’ 를 한국어·영어로 코칭 카드로 보여줘요. 발화 비율·참여도·칭찬 횟수 같은 실제 수업 신호를 바탕으로, 감시가 아닌 따뜻한 코칭 톤으로 도와줘요.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화상수업을 ‘나가기’ 로 종료하면 코칭 카드가 자동으로 떠요.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한국어 / 🇺🇸 English 토글로 원하는 언어로 볼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참여도·발화비율·칭찬 횟수 요약과 잘한 점·개선점·실천 1가지를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‘전체 리포트’ 를 누르면 수업 상세 + 최근 코칭 이력(품질 점수·총평)을 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원어민 강사를 위해 영어가 기본, 한국어도 함께 제공돼요.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품질 점수(0~100) 와 상세 총평으로 스스로 성장 포인트를 잡을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잠시 느려도 양쪽 언어 기본 코칭은 항상 제공돼요.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코칭은 강사 본인의 성장을 돕기 위한 것이에요. 관리자에게는 월 누적 요약만 전달돼요.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‘오늘의 실천 1가지’만 다음 수업에서 시도해도 발화 유도가 눈에 띄게 좋아져요.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